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358" r:id="rId4"/>
  </p:sldMasterIdLst>
  <p:notesMasterIdLst>
    <p:notesMasterId r:id="rId21"/>
  </p:notesMasterIdLst>
  <p:handoutMasterIdLst>
    <p:handoutMasterId r:id="rId22"/>
  </p:handoutMasterIdLst>
  <p:sldIdLst>
    <p:sldId id="2147483617" r:id="rId5"/>
    <p:sldId id="330" r:id="rId6"/>
    <p:sldId id="2147483628" r:id="rId7"/>
    <p:sldId id="2147483640" r:id="rId8"/>
    <p:sldId id="2147483641" r:id="rId9"/>
    <p:sldId id="2147483642" r:id="rId10"/>
    <p:sldId id="2147483643" r:id="rId11"/>
    <p:sldId id="2147483644" r:id="rId12"/>
    <p:sldId id="2147483639" r:id="rId13"/>
    <p:sldId id="2147483618" r:id="rId14"/>
    <p:sldId id="2147483646" r:id="rId15"/>
    <p:sldId id="2147483647" r:id="rId16"/>
    <p:sldId id="256" r:id="rId17"/>
    <p:sldId id="257" r:id="rId18"/>
    <p:sldId id="258" r:id="rId19"/>
    <p:sldId id="259" r:id="rId2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ormation Slides" id="{CE73B084-1FC7-F343-88F8-9C60A016B6E6}">
          <p14:sldIdLst>
            <p14:sldId id="2147483617"/>
            <p14:sldId id="330"/>
            <p14:sldId id="2147483628"/>
            <p14:sldId id="2147483640"/>
            <p14:sldId id="2147483641"/>
            <p14:sldId id="2147483642"/>
            <p14:sldId id="2147483643"/>
            <p14:sldId id="2147483644"/>
            <p14:sldId id="2147483639"/>
            <p14:sldId id="2147483618"/>
            <p14:sldId id="2147483646"/>
            <p14:sldId id="2147483647"/>
            <p14:sldId id="256"/>
            <p14:sldId id="257"/>
            <p14:sldId id="258"/>
            <p14:sldId id="259"/>
          </p14:sldIdLst>
        </p14:section>
        <p14:section name="Ending Slides" id="{C0A4073E-B2EC-0140-8A05-AA35E86F5B1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BD676F-8E28-25D4-2D0E-94EC625501E2}" name="Kerri Vogel" initials="KV" userId="S::kerri.vogel@anaplan.com::a3b61504-22a4-41c4-8fe9-cd561b1abc85" providerId="AD"/>
  <p188:author id="{B51AC3F6-287E-B39A-2EF9-DFC9544D9988}" name="Ele Storm" initials="EN" userId="S::ele.nies@anaplan.com::99d048ae-076b-4cb5-a0b9-5d2eed71bb7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Kate McCullough" initials="" lastIdx="1" clrIdx="0"/>
  <p:cmAuthor id="1" name="Mark/Anaplan"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ECECEC"/>
    <a:srgbClr val="001D32"/>
    <a:srgbClr val="3B596B"/>
    <a:srgbClr val="F0F1F7"/>
    <a:srgbClr val="C882D9"/>
    <a:srgbClr val="9696FA"/>
    <a:srgbClr val="8AE6D2"/>
    <a:srgbClr val="96B5FA"/>
    <a:srgbClr val="89E5D2"/>
    <a:srgbClr val="5BC3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0F3476-5216-5D24-188D-15DFE157C65A}" v="1" dt="2026-03-24T17:57:44.681"/>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 Newcomb" userId="S::jon.newcomb@anaplan.com::d672d284-d87e-4cae-bfeb-0aed989ae14e" providerId="AD" clId="Web-{400F3476-5216-5D24-188D-15DFE157C65A}"/>
    <pc:docChg chg="delSld modSection">
      <pc:chgData name="Jon Newcomb" userId="S::jon.newcomb@anaplan.com::d672d284-d87e-4cae-bfeb-0aed989ae14e" providerId="AD" clId="Web-{400F3476-5216-5D24-188D-15DFE157C65A}" dt="2026-03-24T17:57:44.681" v="0"/>
      <pc:docMkLst>
        <pc:docMk/>
      </pc:docMkLst>
      <pc:sldChg chg="del">
        <pc:chgData name="Jon Newcomb" userId="S::jon.newcomb@anaplan.com::d672d284-d87e-4cae-bfeb-0aed989ae14e" providerId="AD" clId="Web-{400F3476-5216-5D24-188D-15DFE157C65A}" dt="2026-03-24T17:57:44.681" v="0"/>
        <pc:sldMkLst>
          <pc:docMk/>
          <pc:sldMk cId="2540136452" sldId="2147483645"/>
        </pc:sldMkLst>
      </pc:sldChg>
    </pc:docChg>
  </pc:docChgLst>
  <pc:docChgLst>
    <pc:chgData name="Jon Newcomb" userId="S::jon.newcomb@anaplan.com::d672d284-d87e-4cae-bfeb-0aed989ae14e" providerId="AD" clId="Web-{1E58B15E-1D25-64C2-DE33-2529A3D9A3A1}"/>
    <pc:docChg chg="delSld modSld modSection">
      <pc:chgData name="Jon Newcomb" userId="S::jon.newcomb@anaplan.com::d672d284-d87e-4cae-bfeb-0aed989ae14e" providerId="AD" clId="Web-{1E58B15E-1D25-64C2-DE33-2529A3D9A3A1}" dt="2026-03-20T20:56:08.799" v="51" actId="20577"/>
      <pc:docMkLst>
        <pc:docMk/>
      </pc:docMkLst>
      <pc:sldChg chg="modSp">
        <pc:chgData name="Jon Newcomb" userId="S::jon.newcomb@anaplan.com::d672d284-d87e-4cae-bfeb-0aed989ae14e" providerId="AD" clId="Web-{1E58B15E-1D25-64C2-DE33-2529A3D9A3A1}" dt="2026-03-20T20:44:28.425" v="18" actId="20577"/>
        <pc:sldMkLst>
          <pc:docMk/>
          <pc:sldMk cId="259491231" sldId="330"/>
        </pc:sldMkLst>
        <pc:spChg chg="mod">
          <ac:chgData name="Jon Newcomb" userId="S::jon.newcomb@anaplan.com::d672d284-d87e-4cae-bfeb-0aed989ae14e" providerId="AD" clId="Web-{1E58B15E-1D25-64C2-DE33-2529A3D9A3A1}" dt="2026-03-20T20:44:28.425" v="18" actId="20577"/>
          <ac:spMkLst>
            <pc:docMk/>
            <pc:sldMk cId="259491231" sldId="330"/>
            <ac:spMk id="2" creationId="{29AD1577-939E-3C29-32EC-DF72A30EF6CA}"/>
          </ac:spMkLst>
        </pc:spChg>
      </pc:sldChg>
      <pc:sldChg chg="modSp">
        <pc:chgData name="Jon Newcomb" userId="S::jon.newcomb@anaplan.com::d672d284-d87e-4cae-bfeb-0aed989ae14e" providerId="AD" clId="Web-{1E58B15E-1D25-64C2-DE33-2529A3D9A3A1}" dt="2026-03-20T20:43:52.346" v="7" actId="20577"/>
        <pc:sldMkLst>
          <pc:docMk/>
          <pc:sldMk cId="1682908997" sldId="2147483617"/>
        </pc:sldMkLst>
        <pc:spChg chg="mod">
          <ac:chgData name="Jon Newcomb" userId="S::jon.newcomb@anaplan.com::d672d284-d87e-4cae-bfeb-0aed989ae14e" providerId="AD" clId="Web-{1E58B15E-1D25-64C2-DE33-2529A3D9A3A1}" dt="2026-03-20T20:43:52.346" v="7" actId="20577"/>
          <ac:spMkLst>
            <pc:docMk/>
            <pc:sldMk cId="1682908997" sldId="2147483617"/>
            <ac:spMk id="2" creationId="{7C2FABFE-AD7B-9188-C889-4270CACA8954}"/>
          </ac:spMkLst>
        </pc:spChg>
      </pc:sldChg>
      <pc:sldChg chg="modSp">
        <pc:chgData name="Jon Newcomb" userId="S::jon.newcomb@anaplan.com::d672d284-d87e-4cae-bfeb-0aed989ae14e" providerId="AD" clId="Web-{1E58B15E-1D25-64C2-DE33-2529A3D9A3A1}" dt="2026-03-20T20:56:08.799" v="51" actId="20577"/>
        <pc:sldMkLst>
          <pc:docMk/>
          <pc:sldMk cId="860329844" sldId="2147483628"/>
        </pc:sldMkLst>
        <pc:spChg chg="mod">
          <ac:chgData name="Jon Newcomb" userId="S::jon.newcomb@anaplan.com::d672d284-d87e-4cae-bfeb-0aed989ae14e" providerId="AD" clId="Web-{1E58B15E-1D25-64C2-DE33-2529A3D9A3A1}" dt="2026-03-20T20:56:08.799" v="51" actId="20577"/>
          <ac:spMkLst>
            <pc:docMk/>
            <pc:sldMk cId="860329844" sldId="2147483628"/>
            <ac:spMk id="5" creationId="{DDE7A7A4-1F62-169B-7F0D-E1EC69BD58EB}"/>
          </ac:spMkLst>
        </pc:spChg>
      </pc:sldChg>
      <pc:sldChg chg="modSp">
        <pc:chgData name="Jon Newcomb" userId="S::jon.newcomb@anaplan.com::d672d284-d87e-4cae-bfeb-0aed989ae14e" providerId="AD" clId="Web-{1E58B15E-1D25-64C2-DE33-2529A3D9A3A1}" dt="2026-03-20T20:55:08.275" v="38" actId="20577"/>
        <pc:sldMkLst>
          <pc:docMk/>
          <pc:sldMk cId="1966577944" sldId="2147483639"/>
        </pc:sldMkLst>
        <pc:spChg chg="mod">
          <ac:chgData name="Jon Newcomb" userId="S::jon.newcomb@anaplan.com::d672d284-d87e-4cae-bfeb-0aed989ae14e" providerId="AD" clId="Web-{1E58B15E-1D25-64C2-DE33-2529A3D9A3A1}" dt="2026-03-20T20:55:08.275" v="38" actId="20577"/>
          <ac:spMkLst>
            <pc:docMk/>
            <pc:sldMk cId="1966577944" sldId="2147483639"/>
            <ac:spMk id="2" creationId="{7A70A597-02B4-0EA7-51FB-4214A576E905}"/>
          </ac:spMkLst>
        </pc:spChg>
      </pc:sldChg>
    </pc:docChg>
  </pc:docChgLst>
  <pc:docChgLst>
    <pc:chgData name="Jon Newcomb" userId="d672d284-d87e-4cae-bfeb-0aed989ae14e" providerId="ADAL" clId="{40510C72-7129-5686-B984-D5F74F0E4A14}"/>
    <pc:docChg chg="custSel addSld delSld modSld modSection">
      <pc:chgData name="Jon Newcomb" userId="d672d284-d87e-4cae-bfeb-0aed989ae14e" providerId="ADAL" clId="{40510C72-7129-5686-B984-D5F74F0E4A14}" dt="2026-03-20T22:10:16.908" v="2238" actId="2696"/>
      <pc:docMkLst>
        <pc:docMk/>
      </pc:docMkLst>
      <pc:sldChg chg="modSp add mod">
        <pc:chgData name="Jon Newcomb" userId="d672d284-d87e-4cae-bfeb-0aed989ae14e" providerId="ADAL" clId="{40510C72-7129-5686-B984-D5F74F0E4A14}" dt="2026-03-20T22:02:04.363" v="1764" actId="20577"/>
        <pc:sldMkLst>
          <pc:docMk/>
          <pc:sldMk cId="558114025" sldId="256"/>
        </pc:sldMkLst>
        <pc:spChg chg="mod">
          <ac:chgData name="Jon Newcomb" userId="d672d284-d87e-4cae-bfeb-0aed989ae14e" providerId="ADAL" clId="{40510C72-7129-5686-B984-D5F74F0E4A14}" dt="2026-03-20T22:01:44.971" v="1759" actId="20577"/>
          <ac:spMkLst>
            <pc:docMk/>
            <pc:sldMk cId="558114025" sldId="256"/>
            <ac:spMk id="5" creationId="{694BCC4A-CF4E-D4EA-9863-843F74D830C5}"/>
          </ac:spMkLst>
        </pc:spChg>
        <pc:spChg chg="mod">
          <ac:chgData name="Jon Newcomb" userId="d672d284-d87e-4cae-bfeb-0aed989ae14e" providerId="ADAL" clId="{40510C72-7129-5686-B984-D5F74F0E4A14}" dt="2026-03-20T22:02:04.363" v="1764" actId="20577"/>
          <ac:spMkLst>
            <pc:docMk/>
            <pc:sldMk cId="558114025" sldId="256"/>
            <ac:spMk id="9" creationId="{6DE84494-D8EB-11B3-F0E3-F250C6180ED0}"/>
          </ac:spMkLst>
        </pc:spChg>
      </pc:sldChg>
      <pc:sldChg chg="modSp add mod">
        <pc:chgData name="Jon Newcomb" userId="d672d284-d87e-4cae-bfeb-0aed989ae14e" providerId="ADAL" clId="{40510C72-7129-5686-B984-D5F74F0E4A14}" dt="2026-03-20T22:02:28.054" v="1782" actId="20577"/>
        <pc:sldMkLst>
          <pc:docMk/>
          <pc:sldMk cId="818418714" sldId="257"/>
        </pc:sldMkLst>
        <pc:spChg chg="mod">
          <ac:chgData name="Jon Newcomb" userId="d672d284-d87e-4cae-bfeb-0aed989ae14e" providerId="ADAL" clId="{40510C72-7129-5686-B984-D5F74F0E4A14}" dt="2026-03-20T22:02:22.397" v="1778" actId="20577"/>
          <ac:spMkLst>
            <pc:docMk/>
            <pc:sldMk cId="818418714" sldId="257"/>
            <ac:spMk id="5" creationId="{A59B0849-A3E2-28E2-54E4-82080222B777}"/>
          </ac:spMkLst>
        </pc:spChg>
        <pc:spChg chg="mod">
          <ac:chgData name="Jon Newcomb" userId="d672d284-d87e-4cae-bfeb-0aed989ae14e" providerId="ADAL" clId="{40510C72-7129-5686-B984-D5F74F0E4A14}" dt="2026-03-20T22:02:28.054" v="1782" actId="20577"/>
          <ac:spMkLst>
            <pc:docMk/>
            <pc:sldMk cId="818418714" sldId="257"/>
            <ac:spMk id="9" creationId="{203F1E9F-29F4-630C-AEFD-CB56B72AE221}"/>
          </ac:spMkLst>
        </pc:spChg>
      </pc:sldChg>
      <pc:sldChg chg="modSp add mod">
        <pc:chgData name="Jon Newcomb" userId="d672d284-d87e-4cae-bfeb-0aed989ae14e" providerId="ADAL" clId="{40510C72-7129-5686-B984-D5F74F0E4A14}" dt="2026-03-20T22:03:35.654" v="1903" actId="20577"/>
        <pc:sldMkLst>
          <pc:docMk/>
          <pc:sldMk cId="486351215" sldId="258"/>
        </pc:sldMkLst>
        <pc:spChg chg="mod">
          <ac:chgData name="Jon Newcomb" userId="d672d284-d87e-4cae-bfeb-0aed989ae14e" providerId="ADAL" clId="{40510C72-7129-5686-B984-D5F74F0E4A14}" dt="2026-03-20T22:02:55.484" v="1791" actId="20577"/>
          <ac:spMkLst>
            <pc:docMk/>
            <pc:sldMk cId="486351215" sldId="258"/>
            <ac:spMk id="5" creationId="{3CB2CD11-532D-EC54-EBD7-D4F6ECA322FC}"/>
          </ac:spMkLst>
        </pc:spChg>
        <pc:spChg chg="mod">
          <ac:chgData name="Jon Newcomb" userId="d672d284-d87e-4cae-bfeb-0aed989ae14e" providerId="ADAL" clId="{40510C72-7129-5686-B984-D5F74F0E4A14}" dt="2026-03-20T22:03:35.654" v="1903" actId="20577"/>
          <ac:spMkLst>
            <pc:docMk/>
            <pc:sldMk cId="486351215" sldId="258"/>
            <ac:spMk id="9" creationId="{A38A41DB-FF20-3C94-E579-90E98D04816B}"/>
          </ac:spMkLst>
        </pc:spChg>
      </pc:sldChg>
      <pc:sldChg chg="modSp add mod">
        <pc:chgData name="Jon Newcomb" userId="d672d284-d87e-4cae-bfeb-0aed989ae14e" providerId="ADAL" clId="{40510C72-7129-5686-B984-D5F74F0E4A14}" dt="2026-03-20T22:07:03.687" v="2182" actId="20577"/>
        <pc:sldMkLst>
          <pc:docMk/>
          <pc:sldMk cId="1720043664" sldId="259"/>
        </pc:sldMkLst>
        <pc:spChg chg="mod">
          <ac:chgData name="Jon Newcomb" userId="d672d284-d87e-4cae-bfeb-0aed989ae14e" providerId="ADAL" clId="{40510C72-7129-5686-B984-D5F74F0E4A14}" dt="2026-03-20T22:05:48.197" v="1935" actId="20577"/>
          <ac:spMkLst>
            <pc:docMk/>
            <pc:sldMk cId="1720043664" sldId="259"/>
            <ac:spMk id="5" creationId="{6099865E-0CE5-AAF1-1946-27E6A28342AC}"/>
          </ac:spMkLst>
        </pc:spChg>
        <pc:spChg chg="mod">
          <ac:chgData name="Jon Newcomb" userId="d672d284-d87e-4cae-bfeb-0aed989ae14e" providerId="ADAL" clId="{40510C72-7129-5686-B984-D5F74F0E4A14}" dt="2026-03-20T22:07:03.687" v="2182" actId="20577"/>
          <ac:spMkLst>
            <pc:docMk/>
            <pc:sldMk cId="1720043664" sldId="259"/>
            <ac:spMk id="9" creationId="{7B769853-DA4C-011F-AD18-FDB7AE067C47}"/>
          </ac:spMkLst>
        </pc:spChg>
      </pc:sldChg>
      <pc:sldChg chg="addSp delSp modSp mod">
        <pc:chgData name="Jon Newcomb" userId="d672d284-d87e-4cae-bfeb-0aed989ae14e" providerId="ADAL" clId="{40510C72-7129-5686-B984-D5F74F0E4A14}" dt="2026-03-20T21:46:29.181" v="1426" actId="20577"/>
        <pc:sldMkLst>
          <pc:docMk/>
          <pc:sldMk cId="3826064723" sldId="2147483618"/>
        </pc:sldMkLst>
        <pc:spChg chg="mod">
          <ac:chgData name="Jon Newcomb" userId="d672d284-d87e-4cae-bfeb-0aed989ae14e" providerId="ADAL" clId="{40510C72-7129-5686-B984-D5F74F0E4A14}" dt="2026-03-20T21:42:42.550" v="1259" actId="20577"/>
          <ac:spMkLst>
            <pc:docMk/>
            <pc:sldMk cId="3826064723" sldId="2147483618"/>
            <ac:spMk id="5" creationId="{2F0566DB-92A0-0F7F-CF96-2039B55E9E6F}"/>
          </ac:spMkLst>
        </pc:spChg>
        <pc:spChg chg="add mod">
          <ac:chgData name="Jon Newcomb" userId="d672d284-d87e-4cae-bfeb-0aed989ae14e" providerId="ADAL" clId="{40510C72-7129-5686-B984-D5F74F0E4A14}" dt="2026-03-20T21:46:29.181" v="1426" actId="20577"/>
          <ac:spMkLst>
            <pc:docMk/>
            <pc:sldMk cId="3826064723" sldId="2147483618"/>
            <ac:spMk id="9" creationId="{B530577A-FCEF-1C8C-AB01-3D8F0FE078C2}"/>
          </ac:spMkLst>
        </pc:spChg>
      </pc:sldChg>
      <pc:sldChg chg="modSp mod">
        <pc:chgData name="Jon Newcomb" userId="d672d284-d87e-4cae-bfeb-0aed989ae14e" providerId="ADAL" clId="{40510C72-7129-5686-B984-D5F74F0E4A14}" dt="2026-03-20T20:58:19.131" v="325" actId="20577"/>
        <pc:sldMkLst>
          <pc:docMk/>
          <pc:sldMk cId="860329844" sldId="2147483628"/>
        </pc:sldMkLst>
        <pc:spChg chg="mod">
          <ac:chgData name="Jon Newcomb" userId="d672d284-d87e-4cae-bfeb-0aed989ae14e" providerId="ADAL" clId="{40510C72-7129-5686-B984-D5F74F0E4A14}" dt="2026-03-20T20:56:54.523" v="45" actId="20577"/>
          <ac:spMkLst>
            <pc:docMk/>
            <pc:sldMk cId="860329844" sldId="2147483628"/>
            <ac:spMk id="5" creationId="{DDE7A7A4-1F62-169B-7F0D-E1EC69BD58EB}"/>
          </ac:spMkLst>
        </pc:spChg>
        <pc:spChg chg="mod">
          <ac:chgData name="Jon Newcomb" userId="d672d284-d87e-4cae-bfeb-0aed989ae14e" providerId="ADAL" clId="{40510C72-7129-5686-B984-D5F74F0E4A14}" dt="2026-03-20T20:58:19.131" v="325" actId="20577"/>
          <ac:spMkLst>
            <pc:docMk/>
            <pc:sldMk cId="860329844" sldId="2147483628"/>
            <ac:spMk id="7" creationId="{E6931313-EED9-97EE-5608-8A8E7AA1C5B3}"/>
          </ac:spMkLst>
        </pc:spChg>
      </pc:sldChg>
      <pc:sldChg chg="modSp add mod">
        <pc:chgData name="Jon Newcomb" userId="d672d284-d87e-4cae-bfeb-0aed989ae14e" providerId="ADAL" clId="{40510C72-7129-5686-B984-D5F74F0E4A14}" dt="2026-03-20T21:07:13.339" v="596" actId="20577"/>
        <pc:sldMkLst>
          <pc:docMk/>
          <pc:sldMk cId="4046266819" sldId="2147483640"/>
        </pc:sldMkLst>
        <pc:spChg chg="mod">
          <ac:chgData name="Jon Newcomb" userId="d672d284-d87e-4cae-bfeb-0aed989ae14e" providerId="ADAL" clId="{40510C72-7129-5686-B984-D5F74F0E4A14}" dt="2026-03-20T21:04:07.944" v="403" actId="20577"/>
          <ac:spMkLst>
            <pc:docMk/>
            <pc:sldMk cId="4046266819" sldId="2147483640"/>
            <ac:spMk id="5" creationId="{840E3F85-0F59-4631-6925-1578B143D8D8}"/>
          </ac:spMkLst>
        </pc:spChg>
        <pc:spChg chg="mod">
          <ac:chgData name="Jon Newcomb" userId="d672d284-d87e-4cae-bfeb-0aed989ae14e" providerId="ADAL" clId="{40510C72-7129-5686-B984-D5F74F0E4A14}" dt="2026-03-20T21:07:13.339" v="596" actId="20577"/>
          <ac:spMkLst>
            <pc:docMk/>
            <pc:sldMk cId="4046266819" sldId="2147483640"/>
            <ac:spMk id="7" creationId="{C2C911CD-69A3-D3B1-CE18-6A1F2C6E6F02}"/>
          </ac:spMkLst>
        </pc:spChg>
      </pc:sldChg>
      <pc:sldChg chg="modSp add mod">
        <pc:chgData name="Jon Newcomb" userId="d672d284-d87e-4cae-bfeb-0aed989ae14e" providerId="ADAL" clId="{40510C72-7129-5686-B984-D5F74F0E4A14}" dt="2026-03-20T21:11:23.435" v="781" actId="20577"/>
        <pc:sldMkLst>
          <pc:docMk/>
          <pc:sldMk cId="2445996510" sldId="2147483641"/>
        </pc:sldMkLst>
        <pc:spChg chg="mod">
          <ac:chgData name="Jon Newcomb" userId="d672d284-d87e-4cae-bfeb-0aed989ae14e" providerId="ADAL" clId="{40510C72-7129-5686-B984-D5F74F0E4A14}" dt="2026-03-20T21:08:04.239" v="629" actId="20577"/>
          <ac:spMkLst>
            <pc:docMk/>
            <pc:sldMk cId="2445996510" sldId="2147483641"/>
            <ac:spMk id="5" creationId="{9415E02C-FE04-71CD-E6DE-90C49354E2E9}"/>
          </ac:spMkLst>
        </pc:spChg>
        <pc:spChg chg="mod">
          <ac:chgData name="Jon Newcomb" userId="d672d284-d87e-4cae-bfeb-0aed989ae14e" providerId="ADAL" clId="{40510C72-7129-5686-B984-D5F74F0E4A14}" dt="2026-03-20T21:11:23.435" v="781" actId="20577"/>
          <ac:spMkLst>
            <pc:docMk/>
            <pc:sldMk cId="2445996510" sldId="2147483641"/>
            <ac:spMk id="7" creationId="{E5D2D551-39D8-7929-9E73-0632DDA37621}"/>
          </ac:spMkLst>
        </pc:spChg>
      </pc:sldChg>
      <pc:sldChg chg="modSp add mod">
        <pc:chgData name="Jon Newcomb" userId="d672d284-d87e-4cae-bfeb-0aed989ae14e" providerId="ADAL" clId="{40510C72-7129-5686-B984-D5F74F0E4A14}" dt="2026-03-20T21:30:16.212" v="912" actId="20577"/>
        <pc:sldMkLst>
          <pc:docMk/>
          <pc:sldMk cId="2253868811" sldId="2147483642"/>
        </pc:sldMkLst>
        <pc:spChg chg="mod">
          <ac:chgData name="Jon Newcomb" userId="d672d284-d87e-4cae-bfeb-0aed989ae14e" providerId="ADAL" clId="{40510C72-7129-5686-B984-D5F74F0E4A14}" dt="2026-03-20T21:29:11.971" v="834" actId="20577"/>
          <ac:spMkLst>
            <pc:docMk/>
            <pc:sldMk cId="2253868811" sldId="2147483642"/>
            <ac:spMk id="5" creationId="{A571F3D5-15BB-7785-8078-A867D58AAF6D}"/>
          </ac:spMkLst>
        </pc:spChg>
        <pc:spChg chg="mod">
          <ac:chgData name="Jon Newcomb" userId="d672d284-d87e-4cae-bfeb-0aed989ae14e" providerId="ADAL" clId="{40510C72-7129-5686-B984-D5F74F0E4A14}" dt="2026-03-20T21:30:16.212" v="912" actId="20577"/>
          <ac:spMkLst>
            <pc:docMk/>
            <pc:sldMk cId="2253868811" sldId="2147483642"/>
            <ac:spMk id="7" creationId="{170BA441-6222-0996-F3A0-5595747287EE}"/>
          </ac:spMkLst>
        </pc:spChg>
      </pc:sldChg>
      <pc:sldChg chg="modSp add mod">
        <pc:chgData name="Jon Newcomb" userId="d672d284-d87e-4cae-bfeb-0aed989ae14e" providerId="ADAL" clId="{40510C72-7129-5686-B984-D5F74F0E4A14}" dt="2026-03-20T21:31:24.271" v="1056" actId="20577"/>
        <pc:sldMkLst>
          <pc:docMk/>
          <pc:sldMk cId="91742849" sldId="2147483643"/>
        </pc:sldMkLst>
        <pc:spChg chg="mod">
          <ac:chgData name="Jon Newcomb" userId="d672d284-d87e-4cae-bfeb-0aed989ae14e" providerId="ADAL" clId="{40510C72-7129-5686-B984-D5F74F0E4A14}" dt="2026-03-20T21:30:35.077" v="928" actId="20577"/>
          <ac:spMkLst>
            <pc:docMk/>
            <pc:sldMk cId="91742849" sldId="2147483643"/>
            <ac:spMk id="5" creationId="{63700828-9F1A-396B-97AA-6825F290620B}"/>
          </ac:spMkLst>
        </pc:spChg>
        <pc:spChg chg="mod">
          <ac:chgData name="Jon Newcomb" userId="d672d284-d87e-4cae-bfeb-0aed989ae14e" providerId="ADAL" clId="{40510C72-7129-5686-B984-D5F74F0E4A14}" dt="2026-03-20T21:31:24.271" v="1056" actId="20577"/>
          <ac:spMkLst>
            <pc:docMk/>
            <pc:sldMk cId="91742849" sldId="2147483643"/>
            <ac:spMk id="7" creationId="{3143A34B-F74C-0308-471C-1CCE9A95C90D}"/>
          </ac:spMkLst>
        </pc:spChg>
      </pc:sldChg>
      <pc:sldChg chg="modSp add mod">
        <pc:chgData name="Jon Newcomb" userId="d672d284-d87e-4cae-bfeb-0aed989ae14e" providerId="ADAL" clId="{40510C72-7129-5686-B984-D5F74F0E4A14}" dt="2026-03-20T21:32:14.613" v="1171" actId="20577"/>
        <pc:sldMkLst>
          <pc:docMk/>
          <pc:sldMk cId="3815826032" sldId="2147483644"/>
        </pc:sldMkLst>
        <pc:spChg chg="mod">
          <ac:chgData name="Jon Newcomb" userId="d672d284-d87e-4cae-bfeb-0aed989ae14e" providerId="ADAL" clId="{40510C72-7129-5686-B984-D5F74F0E4A14}" dt="2026-03-20T21:31:50.559" v="1087" actId="20577"/>
          <ac:spMkLst>
            <pc:docMk/>
            <pc:sldMk cId="3815826032" sldId="2147483644"/>
            <ac:spMk id="5" creationId="{075AE8EF-4F29-1733-9F8E-6843FCAAF763}"/>
          </ac:spMkLst>
        </pc:spChg>
        <pc:spChg chg="mod">
          <ac:chgData name="Jon Newcomb" userId="d672d284-d87e-4cae-bfeb-0aed989ae14e" providerId="ADAL" clId="{40510C72-7129-5686-B984-D5F74F0E4A14}" dt="2026-03-20T21:32:14.613" v="1171" actId="20577"/>
          <ac:spMkLst>
            <pc:docMk/>
            <pc:sldMk cId="3815826032" sldId="2147483644"/>
            <ac:spMk id="7" creationId="{9D5DA98E-5BE3-486F-DCE7-3F478812649D}"/>
          </ac:spMkLst>
        </pc:spChg>
      </pc:sldChg>
      <pc:sldChg chg="modSp add mod">
        <pc:chgData name="Jon Newcomb" userId="d672d284-d87e-4cae-bfeb-0aed989ae14e" providerId="ADAL" clId="{40510C72-7129-5686-B984-D5F74F0E4A14}" dt="2026-03-20T21:51:44.227" v="1603" actId="20577"/>
        <pc:sldMkLst>
          <pc:docMk/>
          <pc:sldMk cId="704727516" sldId="2147483646"/>
        </pc:sldMkLst>
        <pc:spChg chg="mod">
          <ac:chgData name="Jon Newcomb" userId="d672d284-d87e-4cae-bfeb-0aed989ae14e" providerId="ADAL" clId="{40510C72-7129-5686-B984-D5F74F0E4A14}" dt="2026-03-20T21:47:01.951" v="1468" actId="20577"/>
          <ac:spMkLst>
            <pc:docMk/>
            <pc:sldMk cId="704727516" sldId="2147483646"/>
            <ac:spMk id="5" creationId="{7210B965-C5E7-45A4-1900-F33E65113D0E}"/>
          </ac:spMkLst>
        </pc:spChg>
        <pc:spChg chg="mod">
          <ac:chgData name="Jon Newcomb" userId="d672d284-d87e-4cae-bfeb-0aed989ae14e" providerId="ADAL" clId="{40510C72-7129-5686-B984-D5F74F0E4A14}" dt="2026-03-20T21:51:44.227" v="1603" actId="20577"/>
          <ac:spMkLst>
            <pc:docMk/>
            <pc:sldMk cId="704727516" sldId="2147483646"/>
            <ac:spMk id="9" creationId="{752D2C9C-F79D-4261-6E2D-E47C235336A0}"/>
          </ac:spMkLst>
        </pc:spChg>
      </pc:sldChg>
      <pc:sldChg chg="modSp add mod">
        <pc:chgData name="Jon Newcomb" userId="d672d284-d87e-4cae-bfeb-0aed989ae14e" providerId="ADAL" clId="{40510C72-7129-5686-B984-D5F74F0E4A14}" dt="2026-03-20T21:52:46.226" v="1723" actId="20577"/>
        <pc:sldMkLst>
          <pc:docMk/>
          <pc:sldMk cId="2400483812" sldId="2147483647"/>
        </pc:sldMkLst>
        <pc:spChg chg="mod">
          <ac:chgData name="Jon Newcomb" userId="d672d284-d87e-4cae-bfeb-0aed989ae14e" providerId="ADAL" clId="{40510C72-7129-5686-B984-D5F74F0E4A14}" dt="2026-03-20T21:51:56.468" v="1608" actId="20577"/>
          <ac:spMkLst>
            <pc:docMk/>
            <pc:sldMk cId="2400483812" sldId="2147483647"/>
            <ac:spMk id="5" creationId="{94CBB7AC-E079-A646-5C65-51209F3084FD}"/>
          </ac:spMkLst>
        </pc:spChg>
        <pc:spChg chg="mod">
          <ac:chgData name="Jon Newcomb" userId="d672d284-d87e-4cae-bfeb-0aed989ae14e" providerId="ADAL" clId="{40510C72-7129-5686-B984-D5F74F0E4A14}" dt="2026-03-20T21:52:46.226" v="1723" actId="20577"/>
          <ac:spMkLst>
            <pc:docMk/>
            <pc:sldMk cId="2400483812" sldId="2147483647"/>
            <ac:spMk id="9" creationId="{262233C4-7411-7D51-8A31-AA1D7C617797}"/>
          </ac:spMkLst>
        </pc:spChg>
      </pc:sldChg>
    </pc:docChg>
  </pc:docChgLst>
  <pc:docChgLst>
    <pc:chgData name="Jon Newcomb" userId="S::jon.newcomb@anaplan.com::d672d284-d87e-4cae-bfeb-0aed989ae14e" providerId="AD" clId="Web-{45BCC03E-AC85-F156-487E-E2936BF9547F}"/>
    <pc:docChg chg="addSld modSld modSection">
      <pc:chgData name="Jon Newcomb" userId="S::jon.newcomb@anaplan.com::d672d284-d87e-4cae-bfeb-0aed989ae14e" providerId="AD" clId="Web-{45BCC03E-AC85-F156-487E-E2936BF9547F}" dt="2026-03-19T23:41:47.817" v="166" actId="20577"/>
      <pc:docMkLst>
        <pc:docMk/>
      </pc:docMkLst>
      <pc:sldChg chg="modSp">
        <pc:chgData name="Jon Newcomb" userId="S::jon.newcomb@anaplan.com::d672d284-d87e-4cae-bfeb-0aed989ae14e" providerId="AD" clId="Web-{45BCC03E-AC85-F156-487E-E2936BF9547F}" dt="2026-03-19T23:26:00.782" v="91" actId="20577"/>
        <pc:sldMkLst>
          <pc:docMk/>
          <pc:sldMk cId="3826064723" sldId="2147483618"/>
        </pc:sldMkLst>
        <pc:spChg chg="mod">
          <ac:chgData name="Jon Newcomb" userId="S::jon.newcomb@anaplan.com::d672d284-d87e-4cae-bfeb-0aed989ae14e" providerId="AD" clId="Web-{45BCC03E-AC85-F156-487E-E2936BF9547F}" dt="2026-03-19T23:26:00.782" v="91" actId="20577"/>
          <ac:spMkLst>
            <pc:docMk/>
            <pc:sldMk cId="3826064723" sldId="2147483618"/>
            <ac:spMk id="5" creationId="{2F0566DB-92A0-0F7F-CF96-2039B55E9E6F}"/>
          </ac:spMkLst>
        </pc:spChg>
      </pc:sldChg>
    </pc:docChg>
  </pc:docChgLst>
  <pc:docChgLst>
    <pc:chgData name="Jon Newcomb" userId="S::jon.newcomb@anaplan.com::d672d284-d87e-4cae-bfeb-0aed989ae14e" providerId="AD" clId="Web-{F8032BF4-14CA-E1FD-DDEF-5D4368D6BBA2}"/>
    <pc:docChg chg="modSld">
      <pc:chgData name="Jon Newcomb" userId="S::jon.newcomb@anaplan.com::d672d284-d87e-4cae-bfeb-0aed989ae14e" providerId="AD" clId="Web-{F8032BF4-14CA-E1FD-DDEF-5D4368D6BBA2}" dt="2026-03-16T19:32:55.619" v="3" actId="20577"/>
      <pc:docMkLst>
        <pc:docMk/>
      </pc:docMkLst>
      <pc:sldChg chg="modSp">
        <pc:chgData name="Jon Newcomb" userId="S::jon.newcomb@anaplan.com::d672d284-d87e-4cae-bfeb-0aed989ae14e" providerId="AD" clId="Web-{F8032BF4-14CA-E1FD-DDEF-5D4368D6BBA2}" dt="2026-03-16T19:32:55.619" v="3" actId="20577"/>
        <pc:sldMkLst>
          <pc:docMk/>
          <pc:sldMk cId="1682908997" sldId="2147483617"/>
        </pc:sldMkLst>
        <pc:spChg chg="mod">
          <ac:chgData name="Jon Newcomb" userId="S::jon.newcomb@anaplan.com::d672d284-d87e-4cae-bfeb-0aed989ae14e" providerId="AD" clId="Web-{F8032BF4-14CA-E1FD-DDEF-5D4368D6BBA2}" dt="2026-03-16T19:32:55.619" v="3" actId="20577"/>
          <ac:spMkLst>
            <pc:docMk/>
            <pc:sldMk cId="1682908997" sldId="2147483617"/>
            <ac:spMk id="15" creationId="{4ABE029C-943E-1AB0-A6A6-0E1D6F88768A}"/>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1642446" cy="37581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1548494" cy="375810"/>
      </dsp:txXfrm>
    </dsp:sp>
    <dsp:sp modelId="{E57AE3CF-AFFD-F246-AF4E-80081D7389A3}">
      <dsp:nvSpPr>
        <dsp:cNvPr id="0" name=""/>
        <dsp:cNvSpPr/>
      </dsp:nvSpPr>
      <dsp:spPr>
        <a:xfrm>
          <a:off x="1170831" y="0"/>
          <a:ext cx="2024467" cy="37581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358736" y="0"/>
        <a:ext cx="1648657" cy="375810"/>
      </dsp:txXfrm>
    </dsp:sp>
    <dsp:sp modelId="{C1F42186-3539-EE45-AE3A-CE1777B315A3}">
      <dsp:nvSpPr>
        <dsp:cNvPr id="0" name=""/>
        <dsp:cNvSpPr/>
      </dsp:nvSpPr>
      <dsp:spPr>
        <a:xfrm>
          <a:off x="2955953" y="0"/>
          <a:ext cx="2811235" cy="37581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3143858" y="0"/>
        <a:ext cx="2435425" cy="375810"/>
      </dsp:txXfrm>
    </dsp:sp>
    <dsp:sp modelId="{D975514B-2149-3343-AF06-0EA54928711D}">
      <dsp:nvSpPr>
        <dsp:cNvPr id="0" name=""/>
        <dsp:cNvSpPr/>
      </dsp:nvSpPr>
      <dsp:spPr>
        <a:xfrm>
          <a:off x="5469723" y="0"/>
          <a:ext cx="2683677" cy="37581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5657628" y="0"/>
        <a:ext cx="2307867" cy="3758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470713" y="0"/>
          <a:ext cx="735356" cy="65218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470713" y="0"/>
        <a:ext cx="735356" cy="652185"/>
      </dsp:txXfrm>
    </dsp:sp>
    <dsp:sp modelId="{580D5A4D-B945-A944-8AD5-D12F3BB58A2E}">
      <dsp:nvSpPr>
        <dsp:cNvPr id="0" name=""/>
        <dsp:cNvSpPr/>
      </dsp:nvSpPr>
      <dsp:spPr>
        <a:xfrm>
          <a:off x="1103034" y="652185"/>
          <a:ext cx="1470713" cy="65218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360409" y="652185"/>
        <a:ext cx="955963" cy="652185"/>
      </dsp:txXfrm>
    </dsp:sp>
    <dsp:sp modelId="{F0213A9A-8463-7A4A-811E-D2A57ED6E95F}">
      <dsp:nvSpPr>
        <dsp:cNvPr id="0" name=""/>
        <dsp:cNvSpPr/>
      </dsp:nvSpPr>
      <dsp:spPr>
        <a:xfrm>
          <a:off x="735356" y="1304370"/>
          <a:ext cx="2206069" cy="65218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121418" y="1304370"/>
        <a:ext cx="1433945" cy="652185"/>
      </dsp:txXfrm>
    </dsp:sp>
    <dsp:sp modelId="{25B2BDB5-03B1-CB45-B236-7F4D592253C5}">
      <dsp:nvSpPr>
        <dsp:cNvPr id="0" name=""/>
        <dsp:cNvSpPr/>
      </dsp:nvSpPr>
      <dsp:spPr>
        <a:xfrm>
          <a:off x="367678" y="1956555"/>
          <a:ext cx="2941426" cy="65218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882427" y="1956555"/>
        <a:ext cx="1911927" cy="652185"/>
      </dsp:txXfrm>
    </dsp:sp>
    <dsp:sp modelId="{D67A739A-C4D1-B44F-B09D-6749BDDAE40A}">
      <dsp:nvSpPr>
        <dsp:cNvPr id="0" name=""/>
        <dsp:cNvSpPr/>
      </dsp:nvSpPr>
      <dsp:spPr>
        <a:xfrm>
          <a:off x="0" y="2608740"/>
          <a:ext cx="3676783" cy="652185"/>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643437" y="2608740"/>
        <a:ext cx="2389908" cy="6521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378793" y="0"/>
          <a:ext cx="919195" cy="815231"/>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378793" y="0"/>
        <a:ext cx="919195" cy="815231"/>
      </dsp:txXfrm>
    </dsp:sp>
    <dsp:sp modelId="{580D5A4D-B945-A944-8AD5-D12F3BB58A2E}">
      <dsp:nvSpPr>
        <dsp:cNvPr id="0" name=""/>
        <dsp:cNvSpPr/>
      </dsp:nvSpPr>
      <dsp:spPr>
        <a:xfrm>
          <a:off x="919195" y="815231"/>
          <a:ext cx="1838391" cy="815231"/>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240914" y="815231"/>
        <a:ext cx="1194954" cy="815231"/>
      </dsp:txXfrm>
    </dsp:sp>
    <dsp:sp modelId="{F0213A9A-8463-7A4A-811E-D2A57ED6E95F}">
      <dsp:nvSpPr>
        <dsp:cNvPr id="0" name=""/>
        <dsp:cNvSpPr/>
      </dsp:nvSpPr>
      <dsp:spPr>
        <a:xfrm>
          <a:off x="459597" y="1630462"/>
          <a:ext cx="2757587" cy="815231"/>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942175" y="1630462"/>
        <a:ext cx="1792431" cy="815231"/>
      </dsp:txXfrm>
    </dsp:sp>
    <dsp:sp modelId="{25B2BDB5-03B1-CB45-B236-7F4D592253C5}">
      <dsp:nvSpPr>
        <dsp:cNvPr id="0" name=""/>
        <dsp:cNvSpPr/>
      </dsp:nvSpPr>
      <dsp:spPr>
        <a:xfrm>
          <a:off x="0" y="2445693"/>
          <a:ext cx="3676783" cy="815231"/>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643437" y="2445693"/>
        <a:ext cx="2389908" cy="8152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225594"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25594" y="0"/>
        <a:ext cx="1225594" cy="1086975"/>
      </dsp:txXfrm>
    </dsp:sp>
    <dsp:sp modelId="{580D5A4D-B945-A944-8AD5-D12F3BB58A2E}">
      <dsp:nvSpPr>
        <dsp:cNvPr id="0" name=""/>
        <dsp:cNvSpPr/>
      </dsp:nvSpPr>
      <dsp:spPr>
        <a:xfrm>
          <a:off x="612797"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041755" y="1086975"/>
        <a:ext cx="1593272" cy="1086975"/>
      </dsp:txXfrm>
    </dsp:sp>
    <dsp:sp modelId="{F0213A9A-8463-7A4A-811E-D2A57ED6E95F}">
      <dsp:nvSpPr>
        <dsp:cNvPr id="0" name=""/>
        <dsp:cNvSpPr/>
      </dsp:nvSpPr>
      <dsp:spPr>
        <a:xfrm>
          <a:off x="0" y="2173950"/>
          <a:ext cx="3676783"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643437" y="2173950"/>
        <a:ext cx="2389908" cy="108697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JM">
              <a:latin typeface="Arial" panose="020B060402020202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8A116E5-B3F0-446A-857C-CED369DFF353}" type="datetimeFigureOut">
              <a:rPr lang="en-JM" smtClean="0">
                <a:latin typeface="Arial" panose="020B0604020202020204" pitchFamily="34" charset="0"/>
              </a:rPr>
              <a:t>24/3/2026</a:t>
            </a:fld>
            <a:endParaRPr lang="en-JM">
              <a:latin typeface="Arial" panose="020B060402020202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JM">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DCF8230-7721-4419-B182-563FEA856007}" type="slidenum">
              <a:rPr lang="en-JM" smtClean="0">
                <a:latin typeface="Arial" panose="020B0604020202020204" pitchFamily="34" charset="0"/>
              </a:rPr>
              <a:t>‹#›</a:t>
            </a:fld>
            <a:endParaRPr lang="en-JM">
              <a:latin typeface="Arial" panose="020B0604020202020204" pitchFamily="34" charset="0"/>
            </a:endParaRPr>
          </a:p>
        </p:txBody>
      </p:sp>
    </p:spTree>
    <p:extLst>
      <p:ext uri="{BB962C8B-B14F-4D97-AF65-F5344CB8AC3E}">
        <p14:creationId xmlns:p14="http://schemas.microsoft.com/office/powerpoint/2010/main" val="358196074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rial" panose="020B0604020202020204" pitchFamily="34" charset="0"/>
              </a:defRPr>
            </a:lvl1pPr>
          </a:lstStyle>
          <a:p>
            <a:fld id="{3AF288BE-2D91-2146-B03C-E0A5B453697D}" type="datetimeFigureOut">
              <a:rPr lang="en-US" smtClean="0"/>
              <a:pPr/>
              <a:t>3/24/2026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5DA7E72F-BFB2-D748-87F9-5C2F0B5EB908}" type="slidenum">
              <a:rPr lang="en-US" smtClean="0"/>
              <a:pPr/>
              <a:t>‹#›</a:t>
            </a:fld>
            <a:endParaRPr lang="en-US"/>
          </a:p>
        </p:txBody>
      </p:sp>
    </p:spTree>
    <p:extLst>
      <p:ext uri="{BB962C8B-B14F-4D97-AF65-F5344CB8AC3E}">
        <p14:creationId xmlns:p14="http://schemas.microsoft.com/office/powerpoint/2010/main" val="1219371290"/>
      </p:ext>
    </p:extLst>
  </p:cSld>
  <p:clrMap bg1="lt1" tx1="dk1" bg2="lt2" tx2="dk2" accent1="accent1" accent2="accent2" accent3="accent3" accent4="accent4" accent5="accent5" accent6="accent6" hlink="hlink" folHlink="folHlink"/>
  <p:notesStyle>
    <a:lvl1pPr marL="0" algn="l" defTabSz="457200" rtl="0" eaLnBrk="1" latinLnBrk="0" hangingPunct="1">
      <a:defRPr sz="1200" b="0" i="0" kern="1200">
        <a:solidFill>
          <a:schemeClr val="tx1"/>
        </a:solidFill>
        <a:latin typeface="Arial" panose="020B0604020202020204" pitchFamily="34" charset="0"/>
        <a:ea typeface="+mn-ea"/>
        <a:cs typeface="+mn-cs"/>
      </a:defRPr>
    </a:lvl1pPr>
    <a:lvl2pPr marL="457200" algn="l" defTabSz="457200" rtl="0" eaLnBrk="1" latinLnBrk="0" hangingPunct="1">
      <a:defRPr sz="1200" b="0" i="0" kern="1200">
        <a:solidFill>
          <a:schemeClr val="tx1"/>
        </a:solidFill>
        <a:latin typeface="Arial" panose="020B0604020202020204" pitchFamily="34" charset="0"/>
        <a:ea typeface="+mn-ea"/>
        <a:cs typeface="+mn-cs"/>
      </a:defRPr>
    </a:lvl2pPr>
    <a:lvl3pPr marL="914400" algn="l" defTabSz="457200" rtl="0" eaLnBrk="1" latinLnBrk="0" hangingPunct="1">
      <a:defRPr sz="1200" b="0" i="0" kern="1200">
        <a:solidFill>
          <a:schemeClr val="tx1"/>
        </a:solidFill>
        <a:latin typeface="Arial" panose="020B0604020202020204" pitchFamily="34" charset="0"/>
        <a:ea typeface="+mn-ea"/>
        <a:cs typeface="+mn-cs"/>
      </a:defRPr>
    </a:lvl3pPr>
    <a:lvl4pPr marL="1371600" algn="l" defTabSz="457200" rtl="0" eaLnBrk="1" latinLnBrk="0" hangingPunct="1">
      <a:defRPr sz="1200" b="0" i="0" kern="1200">
        <a:solidFill>
          <a:schemeClr val="tx1"/>
        </a:solidFill>
        <a:latin typeface="Arial" panose="020B0604020202020204" pitchFamily="34" charset="0"/>
        <a:ea typeface="+mn-ea"/>
        <a:cs typeface="+mn-cs"/>
      </a:defRPr>
    </a:lvl4pPr>
    <a:lvl5pPr marL="1828800" algn="l" defTabSz="457200" rtl="0" eaLnBrk="1" latinLnBrk="0" hangingPunct="1">
      <a:defRPr sz="1200" b="0" i="0" kern="1200">
        <a:solidFill>
          <a:schemeClr val="tx1"/>
        </a:solidFill>
        <a:latin typeface="Arial" panose="020B0604020202020204"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10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0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8700" y="0"/>
            <a:ext cx="9141780" cy="5144748"/>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6857273" y="-59331"/>
            <a:ext cx="1628069" cy="3860164"/>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7836603" y="2964180"/>
            <a:ext cx="922554" cy="2187382"/>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31584" y="0"/>
            <a:ext cx="6951864" cy="51635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8212149" y="-223365"/>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7558948" y="5147329"/>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9101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9143998" cy="5145998"/>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5431510" y="-1605"/>
            <a:ext cx="3718238" cy="5145105"/>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5314335"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59091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9144000" cy="5145997"/>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5439743" y="-2853"/>
            <a:ext cx="3721675" cy="5146353"/>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7" y="866067"/>
            <a:ext cx="3721674"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5257899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9144000" cy="5145997"/>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4807218" y="-1589"/>
            <a:ext cx="4332974" cy="514508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763526" y="866067"/>
            <a:ext cx="4440771"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4604083"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360966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603848" y="4156973"/>
            <a:ext cx="1495245" cy="56397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4100914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603848" y="4156973"/>
            <a:ext cx="1495245" cy="56397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7733463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1248"/>
            <a:ext cx="9144000" cy="51435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6" y="629847"/>
            <a:ext cx="4776213"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7" y="2635354"/>
            <a:ext cx="4776151"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34078626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419100" y="1807710"/>
            <a:ext cx="40767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408940" y="2813934"/>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408940" y="3820158"/>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5918410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419100" y="1807710"/>
            <a:ext cx="40767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408940" y="2813934"/>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408940" y="3820158"/>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576276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7262609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8390821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6340416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839307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419100" y="1896918"/>
            <a:ext cx="7815189"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408940" y="2903142"/>
            <a:ext cx="7815189"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408940" y="3909366"/>
            <a:ext cx="7815189"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7621346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2452315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451079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42647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400902" y="4316233"/>
            <a:ext cx="7815189"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419100" y="1441547"/>
            <a:ext cx="7815189"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419100" y="2013937"/>
            <a:ext cx="7815189"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410046" y="2586327"/>
            <a:ext cx="7815189"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410046" y="3158717"/>
            <a:ext cx="7815189"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410046" y="3740161"/>
            <a:ext cx="7815189"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3566027" y="1014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3566027" y="1599629"/>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3566027" y="2157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3566027" y="2733485"/>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3566027" y="3318701"/>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3566027" y="389477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7635107" y="1014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7635107" y="1599629"/>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7635107" y="2157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7635107" y="2733485"/>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7635107" y="3318701"/>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7635107" y="389477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451841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43409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451079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42647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451079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42647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451079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42647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451079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42647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8989189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5998"/>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1770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9143998" cy="5145998"/>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6005586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249"/>
            <a:ext cx="9144000" cy="5145997"/>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0" i="0">
                <a:solidFill>
                  <a:schemeClr val="accent1"/>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4675942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9143998" cy="5145998"/>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682608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0" y="-1605"/>
            <a:ext cx="3055095" cy="5145105"/>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3363850" y="1931576"/>
            <a:ext cx="4951393" cy="1588068"/>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3363911" y="3771900"/>
            <a:ext cx="4951408" cy="548626"/>
          </a:xfrm>
          <a:prstGeom prst="rect">
            <a:avLst/>
          </a:prstGeom>
        </p:spPr>
        <p:txBody>
          <a:bodyPr lIns="0"/>
          <a:lstStyle>
            <a:lvl1pPr marL="0" indent="0">
              <a:buNone/>
              <a:defRPr sz="18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3363850" y="631772"/>
            <a:ext cx="4951392" cy="382403"/>
          </a:xfrm>
          <a:prstGeom prst="rect">
            <a:avLst/>
          </a:prstGeom>
        </p:spPr>
        <p:txBody>
          <a:bodyPr lIns="0" anchor="t"/>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8523198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3363850" y="2030266"/>
            <a:ext cx="4951392" cy="382403"/>
          </a:xfrm>
          <a:prstGeom prst="rect">
            <a:avLst/>
          </a:prstGeom>
        </p:spPr>
        <p:txBody>
          <a:bodyPr lIns="0" anchor="b"/>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0" y="-7684"/>
            <a:ext cx="2752351" cy="5155519"/>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3363850" y="2571750"/>
            <a:ext cx="4951393" cy="1588068"/>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058103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b="0" i="0">
                <a:solidFill>
                  <a:schemeClr val="tx2"/>
                </a:solidFill>
                <a:latin typeface="Arial" panose="020B0604020202020204" pitchFamily="34" charset="0"/>
                <a:cs typeface="Arial" panose="020B0604020202020204" pitchFamily="34" charset="0"/>
              </a:defRPr>
            </a:lvl4pPr>
            <a:lvl5pPr>
              <a:defRPr sz="1600" b="0" i="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8883593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0750008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3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6550061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2" y="596618"/>
            <a:ext cx="8153400"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7037743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1" y="596618"/>
            <a:ext cx="8153399"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716843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099" y="589650"/>
            <a:ext cx="8153929" cy="338554"/>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8571" y="1158700"/>
            <a:ext cx="8153929" cy="366095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133596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774538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0632982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2220809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7903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474706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137307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206989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894938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8572500" y="0"/>
            <a:ext cx="5715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877162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70313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4439" y="0"/>
            <a:ext cx="9139559" cy="51435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9576722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2438401" y="1104900"/>
            <a:ext cx="5623558" cy="2658585"/>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l="-117" r="-1"/>
          <a:stretch/>
        </p:blipFill>
        <p:spPr>
          <a:xfrm>
            <a:off x="-7684" y="-1248"/>
            <a:ext cx="1902372" cy="5144748"/>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450301" y="521120"/>
            <a:ext cx="1003989" cy="1022035"/>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2438400" y="3933081"/>
            <a:ext cx="5623558"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2438400" y="4214649"/>
            <a:ext cx="5623558"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239581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422048" y="903890"/>
            <a:ext cx="7150452" cy="3475305"/>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185495" y="1228132"/>
            <a:ext cx="5623558" cy="1976489"/>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855167"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419100" y="409903"/>
            <a:ext cx="1388435" cy="130193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804586" y="746592"/>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193019" y="3374218"/>
            <a:ext cx="4098925"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193019" y="3655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9135396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957048"/>
            <a:ext cx="8572500" cy="3595902"/>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777839" y="1462336"/>
            <a:ext cx="6972255" cy="1591373"/>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755539" y="376076"/>
            <a:ext cx="888889" cy="82339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777840" y="3380978"/>
            <a:ext cx="5081970"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777840" y="3662546"/>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0513810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389063" y="1435121"/>
            <a:ext cx="6929436" cy="1569660"/>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004454" y="598144"/>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155864" y="1507368"/>
            <a:ext cx="1160318" cy="275112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483993" y="-95250"/>
            <a:ext cx="200068" cy="47436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2428009" y="3123943"/>
            <a:ext cx="5081970"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2428009" y="3405511"/>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371475" y="3687078"/>
            <a:ext cx="371475" cy="96494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171575" y="-361950"/>
            <a:ext cx="1038225" cy="36195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166610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5063569" y="877887"/>
            <a:ext cx="3508931" cy="3941763"/>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44958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4846768" y="342515"/>
            <a:ext cx="823832" cy="772509"/>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419101" y="294640"/>
            <a:ext cx="3720183"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419101" y="834850"/>
            <a:ext cx="3729153"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5436293" y="3958171"/>
            <a:ext cx="1970974" cy="281567"/>
          </a:xfrm>
          <a:prstGeom prst="rect">
            <a:avLst/>
          </a:prstGeom>
        </p:spPr>
        <p:txBody>
          <a:bodyPr lIns="0"/>
          <a:lstStyle>
            <a:lvl1pPr marL="0" indent="0">
              <a:buNone/>
              <a:defRPr sz="1400"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5436293" y="4239739"/>
            <a:ext cx="1970974" cy="281567"/>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5435600" y="1438424"/>
            <a:ext cx="2694247" cy="2319971"/>
          </a:xfrm>
          <a:prstGeom prst="rect">
            <a:avLst/>
          </a:prstGeom>
        </p:spPr>
        <p:txBody>
          <a:bodyPr lIns="0"/>
          <a:lstStyle>
            <a:lvl1pPr marL="0" indent="0">
              <a:buNone/>
              <a:defRPr sz="2000"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0990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793173" y="957048"/>
            <a:ext cx="7322127" cy="4186452"/>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129611" y="489590"/>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129609" y="3540218"/>
            <a:ext cx="4098925"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129609" y="3821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129608" y="1398241"/>
            <a:ext cx="6486675" cy="1991729"/>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44999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14885510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151740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14072975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912862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4499438" y="1261367"/>
            <a:ext cx="4073062" cy="2144563"/>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5800" y="1028933"/>
            <a:ext cx="4076700" cy="229138"/>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03984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651737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064903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5550408" y="3040215"/>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4495800" y="985863"/>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4792" y="821592"/>
            <a:ext cx="3016351" cy="169540"/>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5547078" y="2875364"/>
            <a:ext cx="3016351" cy="169540"/>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22389062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67727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815546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3544796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012281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6"/>
            <a:ext cx="3746835" cy="3977244"/>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7169264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934233" y="0"/>
            <a:ext cx="3769998" cy="51435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4075362"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78007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1758775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453065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4827538" y="842406"/>
            <a:ext cx="3746835" cy="1705472"/>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5253531" y="2748324"/>
            <a:ext cx="3320842" cy="2048484"/>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75939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2334978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444895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5181600" y="842406"/>
            <a:ext cx="3392773" cy="1705472"/>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4818078" y="2748324"/>
            <a:ext cx="1979623" cy="1615066"/>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7014959" y="2748324"/>
            <a:ext cx="1560742" cy="2048484"/>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1349614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5780056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3304885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4685760" y="1539102"/>
            <a:ext cx="3377556" cy="2874765"/>
          </a:xfrm>
          <a:prstGeom prst="rect">
            <a:avLst/>
          </a:prstGeom>
        </p:spPr>
        <p:txBody>
          <a:bodyPr lIns="0" anchor="t"/>
          <a:lstStyle>
            <a:lvl1pPr marL="233363" indent="-233363">
              <a:buClr>
                <a:schemeClr val="accent2"/>
              </a:buClr>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4687665"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639540"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639540" y="1447844"/>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4689081" y="1447844"/>
            <a:ext cx="3377557"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639540" y="1554342"/>
            <a:ext cx="3389252" cy="2874765"/>
          </a:xfrm>
          <a:prstGeom prst="rect">
            <a:avLst/>
          </a:prstGeom>
        </p:spPr>
        <p:txBody>
          <a:bodyPr lIns="0" anchor="t"/>
          <a:lstStyle>
            <a:lvl1pPr marL="233363" indent="-233363">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5315330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1773572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172244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0506770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6887186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285613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0967188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509405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419101" y="834850"/>
            <a:ext cx="5106341"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153151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3124199" cy="5144748"/>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39"/>
            <a:ext cx="2379856" cy="619761"/>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3371750" y="834850"/>
            <a:ext cx="5200751" cy="3984799"/>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419102" y="1267866"/>
            <a:ext cx="2379856" cy="3551784"/>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285848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09587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35545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872239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2990283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710413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595805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058106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566069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83913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7269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352072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93326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6682975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7993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9168818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184050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419100"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2452551"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4488942"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6522394"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419100"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2452551"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4488942"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6522394"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357122"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3390573"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5426964"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7460416"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29406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332751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536390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739735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765778"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2799229"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4835620"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6869072"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572928"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2610072"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464721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667278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974732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28228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682986"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040808"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3398630"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4756452"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611427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747335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361897"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2719720"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4077543"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5435366"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6793189"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8151012"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61992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298835"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1977746"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2656657"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3335568"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4014479"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469339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537230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605121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6730123"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740903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808795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282280"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1640354"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299842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4356502"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5714576"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707264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961191" y="1624060"/>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2319265"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367733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5035413"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6393487"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775155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163467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2994744"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4354818"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5714892"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7074965"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96617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231856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3678641"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5038715"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6398789"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7758862"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28228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963508" y="1628477"/>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1644736"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232596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300262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3683848"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4360504"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5037160"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639504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571838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706712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7762072"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825680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1771834"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419100" y="1136652"/>
          <a:ext cx="8153401" cy="3758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5083746"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069470"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809237" y="2220587"/>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2500539"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240306" y="2220587"/>
            <a:ext cx="520466" cy="5204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3932413"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3672180"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5363482"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5103249"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6664727"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6404494"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8095796"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7835563"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549139"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1982013"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3414887"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4847761"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6148660"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7572107"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88958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232744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375205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518991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6481998"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791335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419101" y="852394"/>
            <a:ext cx="1352734" cy="215901"/>
          </a:xfrm>
          <a:prstGeom prst="rect">
            <a:avLst/>
          </a:prstGeom>
        </p:spPr>
        <p:txBody>
          <a:bodyPr lIns="0" anchor="ctr"/>
          <a:lstStyle>
            <a:lvl1pPr marL="0" indent="0">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3697560" y="852394"/>
            <a:ext cx="1352734" cy="215901"/>
          </a:xfrm>
          <a:prstGeom prst="rect">
            <a:avLst/>
          </a:prstGeom>
        </p:spPr>
        <p:txBody>
          <a:bodyPr lIns="0" rIns="0" anchor="ctr"/>
          <a:lstStyle>
            <a:lvl1pPr marL="0" indent="0" algn="ctr">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7028057" y="852394"/>
            <a:ext cx="1352734" cy="215901"/>
          </a:xfrm>
          <a:prstGeom prst="rect">
            <a:avLst/>
          </a:prstGeom>
        </p:spPr>
        <p:txBody>
          <a:bodyPr lIns="0" rIns="0" anchor="ctr"/>
          <a:lstStyle>
            <a:lvl1pPr marL="0" indent="0" algn="l">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798764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510759"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418010" y="976009"/>
            <a:ext cx="8062443" cy="326486"/>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302495"/>
            <a:ext cx="865084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874945" y="1302495"/>
            <a:ext cx="7239530" cy="2374183"/>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3190165"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5900473"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510759"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178723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1787237"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306985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3069852"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434019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4340192"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562280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5622807"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6899284"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6899284"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363556"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363556"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264003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2640034"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392264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3922649"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519298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5192989"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647560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6475604"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7752081"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7752081"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937904"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937904"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21438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214382"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349699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3496997"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476733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4767337"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604995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6049952"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7326429"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7326429"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358837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418010" y="976009"/>
            <a:ext cx="8153401" cy="326486"/>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302495"/>
            <a:ext cx="870585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094527"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5353190"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3725364"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6984028"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1543017"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87421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211819"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3549423"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4887027"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6224631"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756223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2893316"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42186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5550245"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690978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81937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61478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69512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1958251"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038594"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330171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338205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463814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471848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597457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605491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731100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739134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287924"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368267"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2633083"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2714231"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39584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40395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5290012"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5371160"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664954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673069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79335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80146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4735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181462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31455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44867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581766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71587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136487"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2492610"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38179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5149539"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650907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77930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39005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3078719" y="1213163"/>
            <a:ext cx="5248852" cy="930424"/>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3078719" y="2343224"/>
            <a:ext cx="5248852" cy="930424"/>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3078719" y="3473284"/>
            <a:ext cx="5248852" cy="930424"/>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3200928" y="1516577"/>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3200928" y="2645629"/>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3200928" y="3774888"/>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userDrawn="1"/>
        </p:nvCxnSpPr>
        <p:spPr>
          <a:xfrm flipV="1">
            <a:off x="2099930" y="167837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userDrawn="1"/>
        </p:nvCxnSpPr>
        <p:spPr>
          <a:xfrm>
            <a:off x="2397182" y="2808436"/>
            <a:ext cx="681537"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userDrawn="1"/>
        </p:nvCxnSpPr>
        <p:spPr>
          <a:xfrm>
            <a:off x="2099930" y="353078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3867944" y="1299223"/>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3867944" y="2437741"/>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3867944" y="3558329"/>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4510713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812800" y="1083831"/>
            <a:ext cx="7503885" cy="3243718"/>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6315439"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6315439"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016183"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016183"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939187"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6234668"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939187"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6234668"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7459750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3380014" y="1071874"/>
            <a:ext cx="4947557" cy="635492"/>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3161949" y="1171555"/>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3380014" y="1780037"/>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3161949" y="1879718"/>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3380014" y="2488200"/>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3161949" y="2587881"/>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3380014" y="3196363"/>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3161949" y="3296044"/>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3380014" y="3904526"/>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3161949" y="4004207"/>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3191828" y="1214284"/>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3197240" y="1927712"/>
            <a:ext cx="365548" cy="33231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3202734" y="2647270"/>
            <a:ext cx="354560" cy="322328"/>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3190341" y="3338457"/>
            <a:ext cx="379346" cy="344860"/>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3191828" y="4048317"/>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099930" y="1389620"/>
            <a:ext cx="1062019" cy="69646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2355269" y="2097783"/>
            <a:ext cx="806680" cy="34685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2397182" y="2805946"/>
            <a:ext cx="764767" cy="249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2323125" y="3208623"/>
            <a:ext cx="838824" cy="30226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099930" y="3530785"/>
            <a:ext cx="1062019" cy="69148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3779780" y="10886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3779780" y="1802044"/>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3779780" y="2515405"/>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3779780" y="32222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3779780" y="3929159"/>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5933181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3022996" y="1260258"/>
            <a:ext cx="3077768" cy="3098007"/>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5799469"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2737494"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5099829"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5099829"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3421342"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3421342"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3509389"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5190143"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3509389"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5190143"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2817058"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5886829"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5830341" y="137261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6527027" y="268102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5830341" y="398943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1625964" y="137261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946206" y="268102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1625964" y="398943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Tree>
    <p:extLst>
      <p:ext uri="{BB962C8B-B14F-4D97-AF65-F5344CB8AC3E}">
        <p14:creationId xmlns:p14="http://schemas.microsoft.com/office/powerpoint/2010/main" val="37897723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3018970" y="2809478"/>
            <a:ext cx="3091545"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812800" y="1178657"/>
            <a:ext cx="2206170" cy="930424"/>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934100"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6110515" y="1178657"/>
            <a:ext cx="2206170" cy="930424"/>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964063" y="104677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6234521"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6264484" y="1039711"/>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812800" y="2344266"/>
            <a:ext cx="2206170" cy="930424"/>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934100"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6110515" y="2344266"/>
            <a:ext cx="2206170" cy="930424"/>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964063" y="2212384"/>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6234521"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6264484" y="2205320"/>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812800" y="3529971"/>
            <a:ext cx="2206170" cy="930424"/>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934100"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6110515" y="3529971"/>
            <a:ext cx="2206170" cy="930424"/>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964063" y="3398089"/>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6234521"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6264484" y="339102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939187"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939187"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939187"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6234756"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6234756"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6234756"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638336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3048848" y="2810585"/>
            <a:ext cx="647004" cy="2399300"/>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2860372" y="2344094"/>
            <a:ext cx="654966"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2322304" y="923211"/>
            <a:ext cx="649146" cy="948351"/>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2491379" y="1403281"/>
            <a:ext cx="654968" cy="1292326"/>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2687040" y="1859772"/>
            <a:ext cx="657654" cy="1686334"/>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40170" y="121837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40170" y="182372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40170" y="247507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1940170" y="312016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40170" y="377983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2498240" y="1201985"/>
            <a:ext cx="622814"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2853517" y="1830999"/>
            <a:ext cx="6115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3197145" y="2500783"/>
            <a:ext cx="66188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3575719" y="3141446"/>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3954291" y="3822878"/>
            <a:ext cx="6177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941201"/>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1654433"/>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370713"/>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082668"/>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5257463" y="3788941"/>
            <a:ext cx="203200" cy="203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5564516" y="94120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5564516" y="165443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5564516" y="237071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5564516" y="308266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5564516" y="378894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815617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30562" y="898895"/>
            <a:ext cx="824111" cy="1157682"/>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345243" y="1284694"/>
            <a:ext cx="82411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101651" y="2075725"/>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2898772" y="2187244"/>
            <a:ext cx="79641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551477" y="2889637"/>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252270" y="2907017"/>
            <a:ext cx="824111"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39939" y="135691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39939" y="206570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39939" y="289254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39939" y="369947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008677" y="369804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264554"/>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070146"/>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878786"/>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664629"/>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650657" y="1253612"/>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5564516" y="1264554"/>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5564516" y="207014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5564516" y="287878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5564516" y="3664629"/>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098750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04287" y="958389"/>
            <a:ext cx="1088323" cy="1317164"/>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559792" y="1685224"/>
            <a:ext cx="107849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323301" y="246771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218720" y="2863143"/>
            <a:ext cx="109545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917506" y="3562779"/>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350367"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68376" y="14954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68376" y="24861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68376" y="357940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495458"/>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393410"/>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3294410"/>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715309" y="1382917"/>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5564516" y="149545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5564516" y="2393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5564516" y="3294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9851447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952669"/>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952669"/>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639539"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4713308"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702909"/>
            <a:ext cx="3389029" cy="21588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702909"/>
            <a:ext cx="3376552" cy="21587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656492"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4707026"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789897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479102"/>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479102"/>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229342"/>
            <a:ext cx="3389029" cy="20749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229342"/>
            <a:ext cx="3376552" cy="207489"/>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656492"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4707026"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092067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4648202" y="834850"/>
            <a:ext cx="1869831" cy="3656225"/>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4819053"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6703245" y="834850"/>
            <a:ext cx="186983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4823407"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482340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4823630" y="1546011"/>
            <a:ext cx="1516255"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6878450"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68784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6878673" y="1546011"/>
            <a:ext cx="152060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6878450"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352425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1450" indent="-171450">
              <a:spcBef>
                <a:spcPts val="0"/>
              </a:spcBef>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5202118" y="2827250"/>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4829908" y="834851"/>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985347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5202117" y="2827250"/>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4829908" y="834851"/>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9355215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6099693" y="3167253"/>
            <a:ext cx="2255579" cy="817563"/>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457200" indent="0">
              <a:buNone/>
              <a:defRPr>
                <a:solidFill>
                  <a:schemeClr val="tx1"/>
                </a:solidFill>
                <a:latin typeface="Arial" panose="020B0604020202020204" pitchFamily="34" charset="0"/>
                <a:cs typeface="Arial" panose="020B0604020202020204" pitchFamily="34" charset="0"/>
              </a:defRPr>
            </a:lvl2pPr>
            <a:lvl3pPr marL="914400" indent="0">
              <a:buNone/>
              <a:defRPr>
                <a:solidFill>
                  <a:schemeClr val="tx1"/>
                </a:solidFill>
                <a:latin typeface="Arial" panose="020B0604020202020204" pitchFamily="34" charset="0"/>
                <a:cs typeface="Arial" panose="020B0604020202020204" pitchFamily="34" charset="0"/>
              </a:defRPr>
            </a:lvl3pPr>
            <a:lvl4pPr marL="1371600" indent="0">
              <a:buNone/>
              <a:defRPr>
                <a:solidFill>
                  <a:schemeClr val="tx1"/>
                </a:solidFill>
                <a:latin typeface="Arial" panose="020B0604020202020204" pitchFamily="34" charset="0"/>
                <a:cs typeface="Arial" panose="020B0604020202020204" pitchFamily="34" charset="0"/>
              </a:defRPr>
            </a:lvl4pPr>
            <a:lvl5pPr marL="1828800" indent="0">
              <a:buNone/>
              <a:defRPr>
                <a:solidFill>
                  <a:schemeClr val="tx1"/>
                </a:solidFill>
                <a:latin typeface="Arial" panose="020B0604020202020204" pitchFamily="34" charset="0"/>
                <a:cs typeface="Arial" panose="020B0604020202020204" pitchFamily="34" charset="0"/>
              </a:defRPr>
            </a:lvl5pPr>
          </a:lstStyle>
          <a:p>
            <a:pPr algn="ctr"/>
            <a:r>
              <a:rPr lang="en-US" sz="1600">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406814" y="834850"/>
            <a:ext cx="5020513" cy="3984800"/>
          </a:xfrm>
          <a:prstGeom prst="rect">
            <a:avLst/>
          </a:prstGeom>
        </p:spPr>
        <p:txBody>
          <a:bodyPr lIns="0" rIns="0"/>
          <a:lstStyle>
            <a:lvl1pPr marL="285750" indent="-285750">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6099434" y="1245469"/>
            <a:ext cx="2255838" cy="1751013"/>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8756358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59239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3310047"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69847"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45052"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6045051"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45275"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3297091"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604505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391068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78812"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54017"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54240"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59239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3297091"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604505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4662631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4648202" y="834850"/>
            <a:ext cx="1223595" cy="3656225"/>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4761863"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4761862"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4762086"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7329856" y="834850"/>
            <a:ext cx="1223595" cy="3656225"/>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7443517"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744351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7443740"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5984633" y="834850"/>
            <a:ext cx="1223595" cy="3656225"/>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6098294"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6098293"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6098517"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6098294"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4750757"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7436206"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8534611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vl8pPr marL="3200400"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4829908" y="834851"/>
            <a:ext cx="3742592" cy="1082552"/>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4829908" y="2113165"/>
            <a:ext cx="3742592" cy="1082552"/>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4829908" y="3391477"/>
            <a:ext cx="3742592" cy="1082552"/>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9325790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4829908" y="834851"/>
            <a:ext cx="3742592" cy="1082552"/>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4829908" y="2113165"/>
            <a:ext cx="3742592" cy="1082552"/>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4829908" y="3391477"/>
            <a:ext cx="3742592" cy="1082552"/>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0498350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546100"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622848"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546100"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6082871"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6006123"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3357255"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3280507"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3298925"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6003624"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9969857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644265"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3378321"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6104547"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546100"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3298925"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6003624"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49444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59239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384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136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26136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13829"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495798"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71003"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4671002"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71227"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51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903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66903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90529"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26136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467100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66903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205333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4862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2383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24057"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50584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8105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81277"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1676"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86881"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87105"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59239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26136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467100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66903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2066887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8144487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solidFill>
                  <a:schemeClr val="tx1"/>
                </a:solidFill>
              </a:defRPr>
            </a:lvl6pPr>
            <a:lvl7pPr>
              <a:defRPr sz="1600">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7353183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20614" y="961683"/>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20614" y="1945826"/>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20614" y="294546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20614" y="392481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5452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46738" y="987807"/>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46738" y="1971950"/>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46738" y="297159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46738" y="395094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278434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52907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53995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9071"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5925"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3266781"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3255896"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599807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5987191"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53995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529071"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5925"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3266781"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3255896"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599807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5987191"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539956"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32667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60099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539956"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32667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60099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3262645"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599600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54305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3276626"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600998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5768707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816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816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53995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52907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326901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325813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599807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598719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53995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52907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326901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325813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599807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598719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52907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3262645"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599600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54305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3276626"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600998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5970202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521013"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527876"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7876" y="1453604"/>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527876"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2541611"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2541611" y="1453604"/>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2541611"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4611424"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4611424" y="1453604"/>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4611424"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6620452"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6620452" y="1453604"/>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6620452"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527876"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527876" y="3446790"/>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527876"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2541611"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2541611" y="3446790"/>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2541611"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4611424"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4611424" y="3446790"/>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4611424"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6620452"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6620452" y="3446790"/>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6620452"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2541611"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4611424"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6620452"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521013"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2541611"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4611424"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6620452"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1929944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527876"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527876" y="1045769"/>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2541611"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2541611" y="1045769"/>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4611424"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4611424" y="1045769"/>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6620452"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6620452" y="1045769"/>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527876"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527876" y="3038955"/>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2541611"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2541611" y="3038955"/>
            <a:ext cx="169081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4611424"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4611424" y="3038955"/>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6620452"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6620452" y="3038955"/>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521013"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2541611"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4611424"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6620452"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521013"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2541611"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4611424"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6620452"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1339979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0240252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103727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671450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01080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90278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572316" y="0"/>
            <a:ext cx="3572799" cy="51435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700046" y="2805198"/>
            <a:ext cx="3149578" cy="1477328"/>
          </a:xfrm>
          <a:prstGeom prst="rect">
            <a:avLst/>
          </a:prstGeom>
          <a:noFill/>
        </p:spPr>
        <p:txBody>
          <a:bodyPr wrap="square">
            <a:spAutoFit/>
          </a:bodyPr>
          <a:lstStyle/>
          <a:p>
            <a:pPr lvl="0"/>
            <a:r>
              <a:rPr lang="en-US" sz="9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49466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593173" y="1448669"/>
            <a:ext cx="5957654" cy="2244913"/>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66308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593173" y="1448669"/>
            <a:ext cx="5957653" cy="2244913"/>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25521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image" Target="../media/image1.png"/><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28" Type="http://schemas.openxmlformats.org/officeDocument/2006/relationships/slideLayout" Target="../slideLayouts/slideLayout128.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38"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1400438"/>
      </p:ext>
    </p:extLst>
  </p:cSld>
  <p:clrMap bg1="lt1" tx1="dk1" bg2="lt2" tx2="dk2" accent1="accent1" accent2="accent2" accent3="accent3" accent4="accent4" accent5="accent5" accent6="accent6" hlink="hlink" folHlink="folHlink"/>
  <p:sldLayoutIdLst>
    <p:sldLayoutId id="2147484463" r:id="rId1"/>
    <p:sldLayoutId id="2147484464" r:id="rId2"/>
    <p:sldLayoutId id="2147484474" r:id="rId3"/>
    <p:sldLayoutId id="2147484465" r:id="rId4"/>
    <p:sldLayoutId id="2147484462" r:id="rId5"/>
    <p:sldLayoutId id="2147484461" r:id="rId6"/>
    <p:sldLayoutId id="2147484562" r:id="rId7"/>
    <p:sldLayoutId id="2147484473" r:id="rId8"/>
    <p:sldLayoutId id="2147484532" r:id="rId9"/>
    <p:sldLayoutId id="2147484451" r:id="rId10"/>
    <p:sldLayoutId id="2147484452" r:id="rId11"/>
    <p:sldLayoutId id="2147484533" r:id="rId12"/>
    <p:sldLayoutId id="2147484453" r:id="rId13"/>
    <p:sldLayoutId id="2147484454" r:id="rId14"/>
    <p:sldLayoutId id="2147484534" r:id="rId15"/>
    <p:sldLayoutId id="2147484520" r:id="rId16"/>
    <p:sldLayoutId id="2147484400" r:id="rId17"/>
    <p:sldLayoutId id="2147484401" r:id="rId18"/>
    <p:sldLayoutId id="2147484466" r:id="rId19"/>
    <p:sldLayoutId id="2147484467" r:id="rId20"/>
    <p:sldLayoutId id="2147484468" r:id="rId21"/>
    <p:sldLayoutId id="2147484469" r:id="rId22"/>
    <p:sldLayoutId id="2147484370" r:id="rId23"/>
    <p:sldLayoutId id="2147484433" r:id="rId24"/>
    <p:sldLayoutId id="2147484524" r:id="rId25"/>
    <p:sldLayoutId id="2147484371" r:id="rId26"/>
    <p:sldLayoutId id="2147484431" r:id="rId27"/>
    <p:sldLayoutId id="2147484525" r:id="rId28"/>
    <p:sldLayoutId id="2147484372" r:id="rId29"/>
    <p:sldLayoutId id="2147484393" r:id="rId30"/>
    <p:sldLayoutId id="2147484527" r:id="rId31"/>
    <p:sldLayoutId id="2147484373" r:id="rId32"/>
    <p:sldLayoutId id="2147484430" r:id="rId33"/>
    <p:sldLayoutId id="2147484528" r:id="rId34"/>
    <p:sldLayoutId id="2147484374" r:id="rId35"/>
    <p:sldLayoutId id="2147484521" r:id="rId36"/>
    <p:sldLayoutId id="2147484529" r:id="rId37"/>
    <p:sldLayoutId id="2147484540" r:id="rId38"/>
    <p:sldLayoutId id="2147484541" r:id="rId39"/>
    <p:sldLayoutId id="2147484485" r:id="rId40"/>
    <p:sldLayoutId id="2147484486" r:id="rId41"/>
    <p:sldLayoutId id="2147484488" r:id="rId42"/>
    <p:sldLayoutId id="2147484489" r:id="rId43"/>
    <p:sldLayoutId id="2147484535" r:id="rId44"/>
    <p:sldLayoutId id="2147484536" r:id="rId45"/>
    <p:sldLayoutId id="2147484379" r:id="rId46"/>
    <p:sldLayoutId id="2147484530" r:id="rId47"/>
    <p:sldLayoutId id="2147484380" r:id="rId48"/>
    <p:sldLayoutId id="2147484531" r:id="rId49"/>
    <p:sldLayoutId id="2147484513" r:id="rId50"/>
    <p:sldLayoutId id="2147484376" r:id="rId51"/>
    <p:sldLayoutId id="2147484522" r:id="rId52"/>
    <p:sldLayoutId id="2147484512" r:id="rId53"/>
    <p:sldLayoutId id="2147484523" r:id="rId54"/>
    <p:sldLayoutId id="2147484514" r:id="rId55"/>
    <p:sldLayoutId id="2147484383" r:id="rId56"/>
    <p:sldLayoutId id="2147484558" r:id="rId57"/>
    <p:sldLayoutId id="2147484475" r:id="rId58"/>
    <p:sldLayoutId id="2147484476" r:id="rId59"/>
    <p:sldLayoutId id="2147484477" r:id="rId60"/>
    <p:sldLayoutId id="2147484559" r:id="rId61"/>
    <p:sldLayoutId id="2147484480" r:id="rId62"/>
    <p:sldLayoutId id="2147484481" r:id="rId63"/>
    <p:sldLayoutId id="2147484560" r:id="rId64"/>
    <p:sldLayoutId id="2147484482" r:id="rId65"/>
    <p:sldLayoutId id="2147484483" r:id="rId66"/>
    <p:sldLayoutId id="2147484561" r:id="rId67"/>
    <p:sldLayoutId id="2147484384" r:id="rId68"/>
    <p:sldLayoutId id="2147484542" r:id="rId69"/>
    <p:sldLayoutId id="2147484555" r:id="rId70"/>
    <p:sldLayoutId id="2147484385" r:id="rId71"/>
    <p:sldLayoutId id="2147484556" r:id="rId72"/>
    <p:sldLayoutId id="2147484386" r:id="rId73"/>
    <p:sldLayoutId id="2147484557" r:id="rId74"/>
    <p:sldLayoutId id="2147484478" r:id="rId75"/>
    <p:sldLayoutId id="2147484479" r:id="rId76"/>
    <p:sldLayoutId id="2147484387" r:id="rId77"/>
    <p:sldLayoutId id="2147484429" r:id="rId78"/>
    <p:sldLayoutId id="2147484434" r:id="rId79"/>
    <p:sldLayoutId id="2147484445" r:id="rId80"/>
    <p:sldLayoutId id="2147484446" r:id="rId81"/>
    <p:sldLayoutId id="2147484447" r:id="rId82"/>
    <p:sldLayoutId id="2147484449" r:id="rId83"/>
    <p:sldLayoutId id="2147484448" r:id="rId84"/>
    <p:sldLayoutId id="2147484547" r:id="rId85"/>
    <p:sldLayoutId id="2147484548" r:id="rId86"/>
    <p:sldLayoutId id="2147484549" r:id="rId87"/>
    <p:sldLayoutId id="2147484550" r:id="rId88"/>
    <p:sldLayoutId id="2147484551" r:id="rId89"/>
    <p:sldLayoutId id="2147484552" r:id="rId90"/>
    <p:sldLayoutId id="2147484553" r:id="rId91"/>
    <p:sldLayoutId id="2147484554" r:id="rId92"/>
    <p:sldLayoutId id="2147484435" r:id="rId93"/>
    <p:sldLayoutId id="2147484436" r:id="rId94"/>
    <p:sldLayoutId id="2147484437" r:id="rId95"/>
    <p:sldLayoutId id="2147484438" r:id="rId96"/>
    <p:sldLayoutId id="2147484439" r:id="rId97"/>
    <p:sldLayoutId id="2147484443" r:id="rId98"/>
    <p:sldLayoutId id="2147484441" r:id="rId99"/>
    <p:sldLayoutId id="2147484444" r:id="rId100"/>
    <p:sldLayoutId id="2147484440" r:id="rId101"/>
    <p:sldLayoutId id="2147484442" r:id="rId102"/>
    <p:sldLayoutId id="2147484455" r:id="rId103"/>
    <p:sldLayoutId id="2147484543" r:id="rId104"/>
    <p:sldLayoutId id="2147484544" r:id="rId105"/>
    <p:sldLayoutId id="2147484490" r:id="rId106"/>
    <p:sldLayoutId id="2147484491" r:id="rId107"/>
    <p:sldLayoutId id="2147484492" r:id="rId108"/>
    <p:sldLayoutId id="2147484493" r:id="rId109"/>
    <p:sldLayoutId id="2147484494" r:id="rId110"/>
    <p:sldLayoutId id="2147484495" r:id="rId111"/>
    <p:sldLayoutId id="2147484496" r:id="rId112"/>
    <p:sldLayoutId id="2147484497" r:id="rId113"/>
    <p:sldLayoutId id="2147484498" r:id="rId114"/>
    <p:sldLayoutId id="2147484499" r:id="rId115"/>
    <p:sldLayoutId id="2147484500" r:id="rId116"/>
    <p:sldLayoutId id="2147484501" r:id="rId117"/>
    <p:sldLayoutId id="2147484518" r:id="rId118"/>
    <p:sldLayoutId id="2147484502" r:id="rId119"/>
    <p:sldLayoutId id="2147484503" r:id="rId120"/>
    <p:sldLayoutId id="2147484506" r:id="rId121"/>
    <p:sldLayoutId id="2147484519" r:id="rId122"/>
    <p:sldLayoutId id="2147484505" r:id="rId123"/>
    <p:sldLayoutId id="2147484507" r:id="rId124"/>
    <p:sldLayoutId id="2147484508" r:id="rId125"/>
    <p:sldLayoutId id="2147484509" r:id="rId126"/>
    <p:sldLayoutId id="2147484510" r:id="rId127"/>
    <p:sldLayoutId id="2147484511" r:id="rId128"/>
    <p:sldLayoutId id="2147484515" r:id="rId129"/>
    <p:sldLayoutId id="2147484516" r:id="rId130"/>
    <p:sldLayoutId id="2147484517" r:id="rId131"/>
    <p:sldLayoutId id="2147484537" r:id="rId132"/>
    <p:sldLayoutId id="2147484538" r:id="rId133"/>
    <p:sldLayoutId id="2147484539" r:id="rId134"/>
    <p:sldLayoutId id="2147484545" r:id="rId135"/>
    <p:sldLayoutId id="2147484546" r:id="rId136"/>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p:titleStyle>
    <p:bodyStyle>
      <a:lvl1pPr marL="285750" indent="-285750" algn="l" defTabSz="914400" rtl="0" eaLnBrk="1" latinLnBrk="0" hangingPunct="1">
        <a:spcBef>
          <a:spcPct val="20000"/>
        </a:spcBef>
        <a:buClr>
          <a:schemeClr val="accent1"/>
        </a:buClr>
        <a:buFont typeface="Arial" panose="020B0604020202020204" pitchFamily="34" charset="0"/>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32" userDrawn="1">
          <p15:clr>
            <a:srgbClr val="F26B43"/>
          </p15:clr>
        </p15:guide>
        <p15:guide id="3" pos="264" userDrawn="1">
          <p15:clr>
            <a:srgbClr val="F26B43"/>
          </p15:clr>
        </p15:guide>
        <p15:guide id="4" pos="5400" userDrawn="1">
          <p15:clr>
            <a:srgbClr val="F26B43"/>
          </p15:clr>
        </p15:guide>
        <p15:guide id="5" orient="horz" pos="3036" userDrawn="1">
          <p15:clr>
            <a:srgbClr val="F26B43"/>
          </p15:clr>
        </p15:guide>
        <p15:guide id="6" pos="1536" userDrawn="1">
          <p15:clr>
            <a:srgbClr val="F26B43"/>
          </p15:clr>
        </p15:guide>
        <p15:guide id="7" pos="4104" userDrawn="1">
          <p15:clr>
            <a:srgbClr val="F26B43"/>
          </p15:clr>
        </p15:guide>
        <p15:guide id="8" pos="1968" userDrawn="1">
          <p15:clr>
            <a:srgbClr val="F26B43"/>
          </p15:clr>
        </p15:guide>
        <p15:guide id="9" pos="369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FABFE-AD7B-9188-C889-4270CACA8954}"/>
              </a:ext>
            </a:extLst>
          </p:cNvPr>
          <p:cNvSpPr>
            <a:spLocks noGrp="1"/>
          </p:cNvSpPr>
          <p:nvPr>
            <p:ph type="title"/>
          </p:nvPr>
        </p:nvSpPr>
        <p:spPr>
          <a:xfrm>
            <a:off x="763588" y="866775"/>
            <a:ext cx="4494212" cy="1847850"/>
          </a:xfrm>
        </p:spPr>
        <p:txBody>
          <a:bodyPr lIns="0" tIns="45720" rIns="0" bIns="45720" anchor="b"/>
          <a:lstStyle/>
          <a:p>
            <a:r>
              <a:rPr lang="en-US">
                <a:latin typeface="Arial"/>
                <a:ea typeface="Inter Medium"/>
                <a:cs typeface="Arial"/>
              </a:rPr>
              <a:t>Segmentation and Capacity Post-Gen Exercises</a:t>
            </a:r>
            <a:endParaRPr lang="en-US"/>
          </a:p>
        </p:txBody>
      </p:sp>
      <p:sp>
        <p:nvSpPr>
          <p:cNvPr id="15" name="Text Placeholder 14">
            <a:extLst>
              <a:ext uri="{FF2B5EF4-FFF2-40B4-BE49-F238E27FC236}">
                <a16:creationId xmlns:a16="http://schemas.microsoft.com/office/drawing/2014/main" id="{4ABE029C-943E-1AB0-A6A6-0E1D6F88768A}"/>
              </a:ext>
            </a:extLst>
          </p:cNvPr>
          <p:cNvSpPr>
            <a:spLocks noGrp="1"/>
          </p:cNvSpPr>
          <p:nvPr>
            <p:ph type="body" sz="quarter" idx="10"/>
          </p:nvPr>
        </p:nvSpPr>
        <p:spPr>
          <a:xfrm>
            <a:off x="763588" y="2871574"/>
            <a:ext cx="3732212" cy="563971"/>
          </a:xfrm>
        </p:spPr>
        <p:txBody>
          <a:bodyPr lIns="0" tIns="45720" rIns="91440" bIns="45720" anchor="t"/>
          <a:lstStyle/>
          <a:p>
            <a:r>
              <a:rPr lang="en-US">
                <a:latin typeface="Arial"/>
                <a:cs typeface="Arial"/>
              </a:rPr>
              <a:t>Updated March 2026</a:t>
            </a:r>
            <a:endParaRPr lang="en-US"/>
          </a:p>
        </p:txBody>
      </p:sp>
    </p:spTree>
    <p:extLst>
      <p:ext uri="{BB962C8B-B14F-4D97-AF65-F5344CB8AC3E}">
        <p14:creationId xmlns:p14="http://schemas.microsoft.com/office/powerpoint/2010/main" val="1682908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D1577-939E-3C29-32EC-DF72A30EF6CA}"/>
              </a:ext>
            </a:extLst>
          </p:cNvPr>
          <p:cNvSpPr>
            <a:spLocks noGrp="1"/>
          </p:cNvSpPr>
          <p:nvPr>
            <p:ph type="title"/>
          </p:nvPr>
        </p:nvSpPr>
        <p:spPr/>
        <p:txBody>
          <a:bodyPr lIns="0" tIns="45720" rIns="0" bIns="45720" anchor="t"/>
          <a:lstStyle/>
          <a:p>
            <a:r>
              <a:rPr lang="en-US">
                <a:latin typeface="Arial"/>
                <a:cs typeface="Arial"/>
              </a:rPr>
              <a:t>Segmentation App Review</a:t>
            </a:r>
            <a:endParaRPr lang="en-US"/>
          </a:p>
        </p:txBody>
      </p:sp>
    </p:spTree>
    <p:extLst>
      <p:ext uri="{BB962C8B-B14F-4D97-AF65-F5344CB8AC3E}">
        <p14:creationId xmlns:p14="http://schemas.microsoft.com/office/powerpoint/2010/main" val="259491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62173-CFD7-DF82-54E8-B91129A8477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DE7A7A4-1F62-169B-7F0D-E1EC69BD58EB}"/>
              </a:ext>
            </a:extLst>
          </p:cNvPr>
          <p:cNvSpPr>
            <a:spLocks noGrp="1"/>
          </p:cNvSpPr>
          <p:nvPr>
            <p:ph type="title"/>
          </p:nvPr>
        </p:nvSpPr>
        <p:spPr>
          <a:xfrm>
            <a:off x="419101" y="294640"/>
            <a:ext cx="5854284" cy="338554"/>
          </a:xfrm>
        </p:spPr>
        <p:txBody>
          <a:bodyPr lIns="0" tIns="45720" rIns="0" bIns="45720" anchor="t"/>
          <a:lstStyle/>
          <a:p>
            <a:r>
              <a:rPr lang="en-US">
                <a:latin typeface="Arial"/>
                <a:cs typeface="Arial"/>
              </a:rPr>
              <a:t>2.1 – Define Unacceptable Customer Profile (UCP) </a:t>
            </a:r>
            <a:endParaRPr lang="en-US"/>
          </a:p>
        </p:txBody>
      </p:sp>
      <p:sp>
        <p:nvSpPr>
          <p:cNvPr id="7" name="Content Placeholder 6">
            <a:extLst>
              <a:ext uri="{FF2B5EF4-FFF2-40B4-BE49-F238E27FC236}">
                <a16:creationId xmlns:a16="http://schemas.microsoft.com/office/drawing/2014/main" id="{E6931313-EED9-97EE-5608-8A8E7AA1C5B3}"/>
              </a:ext>
            </a:extLst>
          </p:cNvPr>
          <p:cNvSpPr>
            <a:spLocks noGrp="1"/>
          </p:cNvSpPr>
          <p:nvPr>
            <p:ph idx="1"/>
          </p:nvPr>
        </p:nvSpPr>
        <p:spPr>
          <a:xfrm>
            <a:off x="419100" y="834850"/>
            <a:ext cx="5937312" cy="3984800"/>
          </a:xfrm>
        </p:spPr>
        <p:txBody>
          <a:bodyPr lIns="0" tIns="45720" rIns="0" bIns="45720" anchor="t"/>
          <a:lstStyle/>
          <a:p>
            <a:pPr marL="0" indent="0">
              <a:buNone/>
            </a:pPr>
            <a:r>
              <a:rPr lang="en-US" b="1"/>
              <a:t>Objective: </a:t>
            </a:r>
            <a:r>
              <a:rPr lang="en-US"/>
              <a:t>Define accounts that should not be considered for segmentation (and ultimately assignment)</a:t>
            </a:r>
          </a:p>
          <a:p>
            <a:pPr marL="0" indent="0">
              <a:buNone/>
            </a:pPr>
            <a:endParaRPr lang="en-US"/>
          </a:p>
          <a:p>
            <a:pPr>
              <a:buFontTx/>
              <a:buChar char="-"/>
            </a:pPr>
            <a:r>
              <a:rPr lang="en-US"/>
              <a:t>Create rules</a:t>
            </a:r>
          </a:p>
          <a:p>
            <a:pPr>
              <a:buFontTx/>
              <a:buChar char="-"/>
            </a:pPr>
            <a:r>
              <a:rPr lang="en-US"/>
              <a:t>Define conditions that should be excluded from segmentation process</a:t>
            </a:r>
          </a:p>
          <a:p>
            <a:pPr>
              <a:buFontTx/>
              <a:buChar char="-"/>
            </a:pPr>
            <a:r>
              <a:rPr lang="en-US"/>
              <a:t>Review resulting excluded account firmographics </a:t>
            </a:r>
            <a:endParaRPr lang="en-US" b="1"/>
          </a:p>
          <a:p>
            <a:pPr marL="0" indent="0">
              <a:buNone/>
            </a:pPr>
            <a:endParaRPr lang="en-US"/>
          </a:p>
        </p:txBody>
      </p:sp>
    </p:spTree>
    <p:extLst>
      <p:ext uri="{BB962C8B-B14F-4D97-AF65-F5344CB8AC3E}">
        <p14:creationId xmlns:p14="http://schemas.microsoft.com/office/powerpoint/2010/main" val="860329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2E607-0470-4A53-DF8F-32FCFED1ACF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40E3F85-0F59-4631-6925-1578B143D8D8}"/>
              </a:ext>
            </a:extLst>
          </p:cNvPr>
          <p:cNvSpPr>
            <a:spLocks noGrp="1"/>
          </p:cNvSpPr>
          <p:nvPr>
            <p:ph type="title"/>
          </p:nvPr>
        </p:nvSpPr>
        <p:spPr>
          <a:xfrm>
            <a:off x="419101" y="294640"/>
            <a:ext cx="5854284" cy="338554"/>
          </a:xfrm>
        </p:spPr>
        <p:txBody>
          <a:bodyPr lIns="0" tIns="45720" rIns="0" bIns="45720" anchor="t"/>
          <a:lstStyle/>
          <a:p>
            <a:r>
              <a:rPr lang="en-US">
                <a:latin typeface="Arial"/>
                <a:cs typeface="Arial"/>
              </a:rPr>
              <a:t>3.1.1 – Wallet Size Calculation Assumptions - Revenue</a:t>
            </a:r>
            <a:endParaRPr lang="en-US"/>
          </a:p>
        </p:txBody>
      </p:sp>
      <p:sp>
        <p:nvSpPr>
          <p:cNvPr id="7" name="Content Placeholder 6">
            <a:extLst>
              <a:ext uri="{FF2B5EF4-FFF2-40B4-BE49-F238E27FC236}">
                <a16:creationId xmlns:a16="http://schemas.microsoft.com/office/drawing/2014/main" id="{C2C911CD-69A3-D3B1-CE18-6A1F2C6E6F02}"/>
              </a:ext>
            </a:extLst>
          </p:cNvPr>
          <p:cNvSpPr>
            <a:spLocks noGrp="1"/>
          </p:cNvSpPr>
          <p:nvPr>
            <p:ph idx="1"/>
          </p:nvPr>
        </p:nvSpPr>
        <p:spPr>
          <a:xfrm>
            <a:off x="419100" y="834850"/>
            <a:ext cx="5937312" cy="3984800"/>
          </a:xfrm>
        </p:spPr>
        <p:txBody>
          <a:bodyPr lIns="0" tIns="45720" rIns="0" bIns="45720" anchor="t"/>
          <a:lstStyle/>
          <a:p>
            <a:pPr marL="0" indent="0">
              <a:buNone/>
            </a:pPr>
            <a:r>
              <a:rPr lang="en-US" b="1"/>
              <a:t>Objective: </a:t>
            </a:r>
            <a:r>
              <a:rPr lang="en-US"/>
              <a:t>Calculate wallet size by configured dimensionality (revenue tiers, industry)</a:t>
            </a:r>
          </a:p>
          <a:p>
            <a:pPr marL="0" indent="0">
              <a:buNone/>
            </a:pPr>
            <a:endParaRPr lang="en-US"/>
          </a:p>
          <a:p>
            <a:pPr>
              <a:buFontTx/>
              <a:buChar char="-"/>
            </a:pPr>
            <a:r>
              <a:rPr lang="en-US"/>
              <a:t>Input % of total spend on our business, addressable market %</a:t>
            </a:r>
          </a:p>
          <a:p>
            <a:pPr>
              <a:buFontTx/>
              <a:buChar char="-"/>
            </a:pPr>
            <a:r>
              <a:rPr lang="en-US"/>
              <a:t>Review wallet / spend outputs</a:t>
            </a:r>
          </a:p>
          <a:p>
            <a:pPr>
              <a:buFontTx/>
              <a:buChar char="-"/>
            </a:pPr>
            <a:endParaRPr lang="en-US" b="1"/>
          </a:p>
          <a:p>
            <a:pPr marL="0" indent="0">
              <a:buNone/>
            </a:pPr>
            <a:endParaRPr lang="en-US"/>
          </a:p>
        </p:txBody>
      </p:sp>
    </p:spTree>
    <p:extLst>
      <p:ext uri="{BB962C8B-B14F-4D97-AF65-F5344CB8AC3E}">
        <p14:creationId xmlns:p14="http://schemas.microsoft.com/office/powerpoint/2010/main" val="4046266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8F288-0D2F-8371-B2A9-789CA801DD9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15E02C-FE04-71CD-E6DE-90C49354E2E9}"/>
              </a:ext>
            </a:extLst>
          </p:cNvPr>
          <p:cNvSpPr>
            <a:spLocks noGrp="1"/>
          </p:cNvSpPr>
          <p:nvPr>
            <p:ph type="title"/>
          </p:nvPr>
        </p:nvSpPr>
        <p:spPr>
          <a:xfrm>
            <a:off x="419101" y="294640"/>
            <a:ext cx="5854284" cy="338554"/>
          </a:xfrm>
        </p:spPr>
        <p:txBody>
          <a:bodyPr lIns="0" tIns="45720" rIns="0" bIns="45720" anchor="t"/>
          <a:lstStyle/>
          <a:p>
            <a:r>
              <a:rPr lang="en-US">
                <a:latin typeface="Arial"/>
                <a:cs typeface="Arial"/>
              </a:rPr>
              <a:t>4.2 – Define Segmentation Rules</a:t>
            </a:r>
            <a:endParaRPr lang="en-US"/>
          </a:p>
        </p:txBody>
      </p:sp>
      <p:sp>
        <p:nvSpPr>
          <p:cNvPr id="7" name="Content Placeholder 6">
            <a:extLst>
              <a:ext uri="{FF2B5EF4-FFF2-40B4-BE49-F238E27FC236}">
                <a16:creationId xmlns:a16="http://schemas.microsoft.com/office/drawing/2014/main" id="{E5D2D551-39D8-7929-9E73-0632DDA37621}"/>
              </a:ext>
            </a:extLst>
          </p:cNvPr>
          <p:cNvSpPr>
            <a:spLocks noGrp="1"/>
          </p:cNvSpPr>
          <p:nvPr>
            <p:ph idx="1"/>
          </p:nvPr>
        </p:nvSpPr>
        <p:spPr>
          <a:xfrm>
            <a:off x="419100" y="834850"/>
            <a:ext cx="5937312" cy="3984800"/>
          </a:xfrm>
        </p:spPr>
        <p:txBody>
          <a:bodyPr lIns="0" tIns="45720" rIns="0" bIns="45720" anchor="t"/>
          <a:lstStyle/>
          <a:p>
            <a:pPr marL="0" indent="0">
              <a:buNone/>
            </a:pPr>
            <a:r>
              <a:rPr lang="en-US" b="1"/>
              <a:t>Objective: </a:t>
            </a:r>
            <a:r>
              <a:rPr lang="en-US"/>
              <a:t>Create rules that drive rule-based segmentation</a:t>
            </a:r>
          </a:p>
          <a:p>
            <a:pPr marL="0" indent="0">
              <a:buNone/>
            </a:pPr>
            <a:endParaRPr lang="en-US"/>
          </a:p>
          <a:p>
            <a:pPr>
              <a:buFontTx/>
              <a:buChar char="-"/>
            </a:pPr>
            <a:r>
              <a:rPr lang="en-US"/>
              <a:t>Create rules</a:t>
            </a:r>
          </a:p>
          <a:p>
            <a:pPr>
              <a:buFontTx/>
              <a:buChar char="-"/>
            </a:pPr>
            <a:r>
              <a:rPr lang="en-US"/>
              <a:t>Assign rule criteria</a:t>
            </a:r>
          </a:p>
          <a:p>
            <a:pPr lvl="1">
              <a:buFontTx/>
              <a:buChar char="-"/>
            </a:pPr>
            <a:r>
              <a:rPr lang="en-US"/>
              <a:t>Manage attributes that correspond to respective segments</a:t>
            </a:r>
          </a:p>
        </p:txBody>
      </p:sp>
    </p:spTree>
    <p:extLst>
      <p:ext uri="{BB962C8B-B14F-4D97-AF65-F5344CB8AC3E}">
        <p14:creationId xmlns:p14="http://schemas.microsoft.com/office/powerpoint/2010/main" val="2445996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519C3-7777-51F9-E15E-1180A760C57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571F3D5-15BB-7785-8078-A867D58AAF6D}"/>
              </a:ext>
            </a:extLst>
          </p:cNvPr>
          <p:cNvSpPr>
            <a:spLocks noGrp="1"/>
          </p:cNvSpPr>
          <p:nvPr>
            <p:ph type="title"/>
          </p:nvPr>
        </p:nvSpPr>
        <p:spPr>
          <a:xfrm>
            <a:off x="419101" y="294640"/>
            <a:ext cx="5854284" cy="338554"/>
          </a:xfrm>
        </p:spPr>
        <p:txBody>
          <a:bodyPr lIns="0" tIns="45720" rIns="0" bIns="45720" anchor="t"/>
          <a:lstStyle/>
          <a:p>
            <a:r>
              <a:rPr lang="en-US">
                <a:latin typeface="Arial"/>
                <a:cs typeface="Arial"/>
              </a:rPr>
              <a:t>4.3 – Review Score-Based Segmentation Drivers	</a:t>
            </a:r>
            <a:endParaRPr lang="en-US"/>
          </a:p>
        </p:txBody>
      </p:sp>
      <p:sp>
        <p:nvSpPr>
          <p:cNvPr id="7" name="Content Placeholder 6">
            <a:extLst>
              <a:ext uri="{FF2B5EF4-FFF2-40B4-BE49-F238E27FC236}">
                <a16:creationId xmlns:a16="http://schemas.microsoft.com/office/drawing/2014/main" id="{170BA441-6222-0996-F3A0-5595747287EE}"/>
              </a:ext>
            </a:extLst>
          </p:cNvPr>
          <p:cNvSpPr>
            <a:spLocks noGrp="1"/>
          </p:cNvSpPr>
          <p:nvPr>
            <p:ph idx="1"/>
          </p:nvPr>
        </p:nvSpPr>
        <p:spPr>
          <a:xfrm>
            <a:off x="419100" y="834850"/>
            <a:ext cx="5937312" cy="3984800"/>
          </a:xfrm>
        </p:spPr>
        <p:txBody>
          <a:bodyPr lIns="0" tIns="45720" rIns="0" bIns="45720" anchor="t"/>
          <a:lstStyle/>
          <a:p>
            <a:pPr marL="0" indent="0">
              <a:buNone/>
            </a:pPr>
            <a:r>
              <a:rPr lang="en-US" b="1"/>
              <a:t>Objective: </a:t>
            </a:r>
            <a:r>
              <a:rPr lang="en-US"/>
              <a:t>Create rules that drive rule-based segmentation</a:t>
            </a:r>
          </a:p>
          <a:p>
            <a:pPr marL="0" indent="0">
              <a:buNone/>
            </a:pPr>
            <a:endParaRPr lang="en-US"/>
          </a:p>
          <a:p>
            <a:pPr>
              <a:buFontTx/>
              <a:buChar char="-"/>
            </a:pPr>
            <a:r>
              <a:rPr lang="en-US"/>
              <a:t>Manage numerical criteria</a:t>
            </a:r>
          </a:p>
          <a:p>
            <a:pPr>
              <a:buFontTx/>
              <a:buChar char="-"/>
            </a:pPr>
            <a:r>
              <a:rPr lang="en-US"/>
              <a:t>Manage non-numerical criteria</a:t>
            </a:r>
          </a:p>
        </p:txBody>
      </p:sp>
    </p:spTree>
    <p:extLst>
      <p:ext uri="{BB962C8B-B14F-4D97-AF65-F5344CB8AC3E}">
        <p14:creationId xmlns:p14="http://schemas.microsoft.com/office/powerpoint/2010/main" val="2253868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07855-0956-04A9-DB0B-3419117058A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3700828-9F1A-396B-97AA-6825F290620B}"/>
              </a:ext>
            </a:extLst>
          </p:cNvPr>
          <p:cNvSpPr>
            <a:spLocks noGrp="1"/>
          </p:cNvSpPr>
          <p:nvPr>
            <p:ph type="title"/>
          </p:nvPr>
        </p:nvSpPr>
        <p:spPr>
          <a:xfrm>
            <a:off x="419101" y="294640"/>
            <a:ext cx="5854284" cy="338554"/>
          </a:xfrm>
        </p:spPr>
        <p:txBody>
          <a:bodyPr lIns="0" tIns="45720" rIns="0" bIns="45720" anchor="t"/>
          <a:lstStyle/>
          <a:p>
            <a:r>
              <a:rPr lang="en-US">
                <a:latin typeface="Arial"/>
                <a:cs typeface="Arial"/>
              </a:rPr>
              <a:t>4.4 – Score-Based Segmentation Scoring	</a:t>
            </a:r>
            <a:endParaRPr lang="en-US"/>
          </a:p>
        </p:txBody>
      </p:sp>
      <p:sp>
        <p:nvSpPr>
          <p:cNvPr id="7" name="Content Placeholder 6">
            <a:extLst>
              <a:ext uri="{FF2B5EF4-FFF2-40B4-BE49-F238E27FC236}">
                <a16:creationId xmlns:a16="http://schemas.microsoft.com/office/drawing/2014/main" id="{3143A34B-F74C-0308-471C-1CCE9A95C90D}"/>
              </a:ext>
            </a:extLst>
          </p:cNvPr>
          <p:cNvSpPr>
            <a:spLocks noGrp="1"/>
          </p:cNvSpPr>
          <p:nvPr>
            <p:ph idx="1"/>
          </p:nvPr>
        </p:nvSpPr>
        <p:spPr>
          <a:xfrm>
            <a:off x="419100" y="834850"/>
            <a:ext cx="5937312" cy="3984800"/>
          </a:xfrm>
        </p:spPr>
        <p:txBody>
          <a:bodyPr lIns="0" tIns="45720" rIns="0" bIns="45720" anchor="t"/>
          <a:lstStyle/>
          <a:p>
            <a:pPr marL="0" indent="0">
              <a:buNone/>
            </a:pPr>
            <a:r>
              <a:rPr lang="en-US" b="1"/>
              <a:t>Objective: </a:t>
            </a:r>
            <a:r>
              <a:rPr lang="en-US"/>
              <a:t>Map scores to segments, review outputs</a:t>
            </a:r>
          </a:p>
          <a:p>
            <a:pPr marL="0" indent="0">
              <a:buNone/>
            </a:pPr>
            <a:endParaRPr lang="en-US"/>
          </a:p>
          <a:p>
            <a:pPr>
              <a:buFontTx/>
              <a:buChar char="-"/>
            </a:pPr>
            <a:r>
              <a:rPr lang="en-US"/>
              <a:t>Define bands of scores by region for each segment</a:t>
            </a:r>
          </a:p>
          <a:p>
            <a:pPr>
              <a:buFontTx/>
              <a:buChar char="-"/>
            </a:pPr>
            <a:r>
              <a:rPr lang="en-US"/>
              <a:t>Review segment distribution outputs</a:t>
            </a:r>
          </a:p>
        </p:txBody>
      </p:sp>
    </p:spTree>
    <p:extLst>
      <p:ext uri="{BB962C8B-B14F-4D97-AF65-F5344CB8AC3E}">
        <p14:creationId xmlns:p14="http://schemas.microsoft.com/office/powerpoint/2010/main" val="91742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92B17-7F53-621C-29E6-16AA570ACA8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75AE8EF-4F29-1733-9F8E-6843FCAAF763}"/>
              </a:ext>
            </a:extLst>
          </p:cNvPr>
          <p:cNvSpPr>
            <a:spLocks noGrp="1"/>
          </p:cNvSpPr>
          <p:nvPr>
            <p:ph type="title"/>
          </p:nvPr>
        </p:nvSpPr>
        <p:spPr>
          <a:xfrm>
            <a:off x="419101" y="294640"/>
            <a:ext cx="5854284" cy="338554"/>
          </a:xfrm>
        </p:spPr>
        <p:txBody>
          <a:bodyPr lIns="0" tIns="45720" rIns="0" bIns="45720" anchor="t"/>
          <a:lstStyle/>
          <a:p>
            <a:r>
              <a:rPr lang="en-US">
                <a:latin typeface="Arial"/>
                <a:cs typeface="Arial"/>
              </a:rPr>
              <a:t>4.5-4.8 – Segmentation Re	porting</a:t>
            </a:r>
            <a:endParaRPr lang="en-US"/>
          </a:p>
        </p:txBody>
      </p:sp>
      <p:sp>
        <p:nvSpPr>
          <p:cNvPr id="7" name="Content Placeholder 6">
            <a:extLst>
              <a:ext uri="{FF2B5EF4-FFF2-40B4-BE49-F238E27FC236}">
                <a16:creationId xmlns:a16="http://schemas.microsoft.com/office/drawing/2014/main" id="{9D5DA98E-5BE3-486F-DCE7-3F478812649D}"/>
              </a:ext>
            </a:extLst>
          </p:cNvPr>
          <p:cNvSpPr>
            <a:spLocks noGrp="1"/>
          </p:cNvSpPr>
          <p:nvPr>
            <p:ph idx="1"/>
          </p:nvPr>
        </p:nvSpPr>
        <p:spPr>
          <a:xfrm>
            <a:off x="419100" y="834850"/>
            <a:ext cx="5937312" cy="3984800"/>
          </a:xfrm>
        </p:spPr>
        <p:txBody>
          <a:bodyPr lIns="0" tIns="45720" rIns="0" bIns="45720" anchor="t"/>
          <a:lstStyle/>
          <a:p>
            <a:pPr marL="0" indent="0">
              <a:buNone/>
            </a:pPr>
            <a:r>
              <a:rPr lang="en-US" b="1"/>
              <a:t>Objective: </a:t>
            </a:r>
            <a:r>
              <a:rPr lang="en-US"/>
              <a:t>Various reports to show impact of segmentation outputs, provide overrides</a:t>
            </a:r>
          </a:p>
          <a:p>
            <a:pPr marL="0" indent="0">
              <a:buNone/>
            </a:pPr>
            <a:endParaRPr lang="en-US"/>
          </a:p>
        </p:txBody>
      </p:sp>
    </p:spTree>
    <p:extLst>
      <p:ext uri="{BB962C8B-B14F-4D97-AF65-F5344CB8AC3E}">
        <p14:creationId xmlns:p14="http://schemas.microsoft.com/office/powerpoint/2010/main" val="3815826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0BCC3-34DD-9D16-C33D-B1E7E474EE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0A597-02B4-0EA7-51FB-4214A576E905}"/>
              </a:ext>
            </a:extLst>
          </p:cNvPr>
          <p:cNvSpPr>
            <a:spLocks noGrp="1"/>
          </p:cNvSpPr>
          <p:nvPr>
            <p:ph type="title"/>
          </p:nvPr>
        </p:nvSpPr>
        <p:spPr/>
        <p:txBody>
          <a:bodyPr lIns="0" tIns="45720" rIns="0" bIns="45720" anchor="t"/>
          <a:lstStyle/>
          <a:p>
            <a:r>
              <a:rPr lang="en-US">
                <a:latin typeface="Arial"/>
                <a:cs typeface="Arial"/>
              </a:rPr>
              <a:t>Capacity App Review</a:t>
            </a:r>
            <a:endParaRPr lang="en-US"/>
          </a:p>
        </p:txBody>
      </p:sp>
    </p:spTree>
    <p:extLst>
      <p:ext uri="{BB962C8B-B14F-4D97-AF65-F5344CB8AC3E}">
        <p14:creationId xmlns:p14="http://schemas.microsoft.com/office/powerpoint/2010/main" val="1966577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93325-56B1-BB30-556E-17D22F5D741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F0566DB-92A0-0F7F-CF96-2039B55E9E6F}"/>
              </a:ext>
            </a:extLst>
          </p:cNvPr>
          <p:cNvSpPr>
            <a:spLocks noGrp="1"/>
          </p:cNvSpPr>
          <p:nvPr>
            <p:ph type="title"/>
          </p:nvPr>
        </p:nvSpPr>
        <p:spPr/>
        <p:txBody>
          <a:bodyPr lIns="0" tIns="45720" rIns="0" bIns="45720" anchor="t"/>
          <a:lstStyle/>
          <a:p>
            <a:r>
              <a:rPr lang="en-US">
                <a:latin typeface="Arial"/>
                <a:cs typeface="Arial"/>
              </a:rPr>
              <a:t>2.2 – Coverage Analysis</a:t>
            </a:r>
            <a:endParaRPr lang="en-US"/>
          </a:p>
        </p:txBody>
      </p:sp>
      <p:sp>
        <p:nvSpPr>
          <p:cNvPr id="9" name="Content Placeholder 6">
            <a:extLst>
              <a:ext uri="{FF2B5EF4-FFF2-40B4-BE49-F238E27FC236}">
                <a16:creationId xmlns:a16="http://schemas.microsoft.com/office/drawing/2014/main" id="{B530577A-FCEF-1C8C-AB01-3D8F0FE078C2}"/>
              </a:ext>
            </a:extLst>
          </p:cNvPr>
          <p:cNvSpPr>
            <a:spLocks noGrp="1"/>
          </p:cNvSpPr>
          <p:nvPr>
            <p:ph idx="1"/>
          </p:nvPr>
        </p:nvSpPr>
        <p:spPr>
          <a:xfrm>
            <a:off x="419100" y="834850"/>
            <a:ext cx="5937312" cy="3984800"/>
          </a:xfrm>
        </p:spPr>
        <p:txBody>
          <a:bodyPr lIns="0" tIns="45720" rIns="0" bIns="45720" anchor="t"/>
          <a:lstStyle/>
          <a:p>
            <a:pPr marL="0" indent="0">
              <a:buNone/>
            </a:pPr>
            <a:r>
              <a:rPr lang="en-US" b="1"/>
              <a:t>Objective: </a:t>
            </a:r>
            <a:r>
              <a:rPr lang="en-US"/>
              <a:t>Review and adjust sales team coverage of accounts</a:t>
            </a:r>
          </a:p>
          <a:p>
            <a:pPr marL="0" indent="0">
              <a:buNone/>
            </a:pPr>
            <a:endParaRPr lang="en-US"/>
          </a:p>
          <a:p>
            <a:pPr>
              <a:buFontTx/>
              <a:buChar char="-"/>
            </a:pPr>
            <a:r>
              <a:rPr lang="en-US"/>
              <a:t>Review change in account segmentation</a:t>
            </a:r>
          </a:p>
          <a:p>
            <a:pPr>
              <a:buFontTx/>
              <a:buChar char="-"/>
            </a:pPr>
            <a:r>
              <a:rPr lang="en-US"/>
              <a:t>Manage coverage assumptions by role </a:t>
            </a:r>
          </a:p>
        </p:txBody>
      </p:sp>
    </p:spTree>
    <p:extLst>
      <p:ext uri="{BB962C8B-B14F-4D97-AF65-F5344CB8AC3E}">
        <p14:creationId xmlns:p14="http://schemas.microsoft.com/office/powerpoint/2010/main" val="3826064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AA67B-722C-741D-DAC0-FCC2A4D1ADF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210B965-C5E7-45A4-1900-F33E65113D0E}"/>
              </a:ext>
            </a:extLst>
          </p:cNvPr>
          <p:cNvSpPr>
            <a:spLocks noGrp="1"/>
          </p:cNvSpPr>
          <p:nvPr>
            <p:ph type="title"/>
          </p:nvPr>
        </p:nvSpPr>
        <p:spPr/>
        <p:txBody>
          <a:bodyPr lIns="0" tIns="45720" rIns="0" bIns="45720" anchor="t"/>
          <a:lstStyle/>
          <a:p>
            <a:r>
              <a:rPr lang="en-US">
                <a:latin typeface="Arial"/>
                <a:cs typeface="Arial"/>
              </a:rPr>
              <a:t>3.1.1 – Global HC Target Setting Step 1</a:t>
            </a:r>
            <a:endParaRPr lang="en-US"/>
          </a:p>
        </p:txBody>
      </p:sp>
      <p:sp>
        <p:nvSpPr>
          <p:cNvPr id="9" name="Content Placeholder 6">
            <a:extLst>
              <a:ext uri="{FF2B5EF4-FFF2-40B4-BE49-F238E27FC236}">
                <a16:creationId xmlns:a16="http://schemas.microsoft.com/office/drawing/2014/main" id="{752D2C9C-F79D-4261-6E2D-E47C235336A0}"/>
              </a:ext>
            </a:extLst>
          </p:cNvPr>
          <p:cNvSpPr>
            <a:spLocks noGrp="1"/>
          </p:cNvSpPr>
          <p:nvPr>
            <p:ph idx="1"/>
          </p:nvPr>
        </p:nvSpPr>
        <p:spPr>
          <a:xfrm>
            <a:off x="419100" y="834850"/>
            <a:ext cx="5937312" cy="3984800"/>
          </a:xfrm>
        </p:spPr>
        <p:txBody>
          <a:bodyPr lIns="0" tIns="45720" rIns="0" bIns="45720" anchor="t"/>
          <a:lstStyle/>
          <a:p>
            <a:pPr marL="0" indent="0">
              <a:buNone/>
            </a:pPr>
            <a:r>
              <a:rPr lang="en-US" b="1"/>
              <a:t>Objective: </a:t>
            </a:r>
            <a:r>
              <a:rPr lang="en-US"/>
              <a:t>Cascade Headcount Plan by Job Family</a:t>
            </a:r>
          </a:p>
          <a:p>
            <a:pPr marL="0" indent="0">
              <a:buNone/>
            </a:pPr>
            <a:endParaRPr lang="en-US"/>
          </a:p>
          <a:p>
            <a:pPr>
              <a:buFontTx/>
              <a:buChar char="-"/>
            </a:pPr>
            <a:r>
              <a:rPr lang="en-US"/>
              <a:t>Input headcount plan by scenario</a:t>
            </a:r>
          </a:p>
          <a:p>
            <a:pPr>
              <a:buFontTx/>
              <a:buChar char="-"/>
            </a:pPr>
            <a:r>
              <a:rPr lang="en-US"/>
              <a:t>Manage planned headcount by geo by job family </a:t>
            </a:r>
          </a:p>
        </p:txBody>
      </p:sp>
    </p:spTree>
    <p:extLst>
      <p:ext uri="{BB962C8B-B14F-4D97-AF65-F5344CB8AC3E}">
        <p14:creationId xmlns:p14="http://schemas.microsoft.com/office/powerpoint/2010/main" val="704727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6D3CB-DF20-D692-781E-78B295741FC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CBB7AC-E079-A646-5C65-51209F3084FD}"/>
              </a:ext>
            </a:extLst>
          </p:cNvPr>
          <p:cNvSpPr>
            <a:spLocks noGrp="1"/>
          </p:cNvSpPr>
          <p:nvPr>
            <p:ph type="title"/>
          </p:nvPr>
        </p:nvSpPr>
        <p:spPr/>
        <p:txBody>
          <a:bodyPr lIns="0" tIns="45720" rIns="0" bIns="45720" anchor="t"/>
          <a:lstStyle/>
          <a:p>
            <a:r>
              <a:rPr lang="en-US">
                <a:latin typeface="Arial"/>
                <a:cs typeface="Arial"/>
              </a:rPr>
              <a:t>3.1.2 – Global HC Target Setting Step 2</a:t>
            </a:r>
            <a:endParaRPr lang="en-US"/>
          </a:p>
        </p:txBody>
      </p:sp>
      <p:sp>
        <p:nvSpPr>
          <p:cNvPr id="9" name="Content Placeholder 6">
            <a:extLst>
              <a:ext uri="{FF2B5EF4-FFF2-40B4-BE49-F238E27FC236}">
                <a16:creationId xmlns:a16="http://schemas.microsoft.com/office/drawing/2014/main" id="{262233C4-7411-7D51-8A31-AA1D7C617797}"/>
              </a:ext>
            </a:extLst>
          </p:cNvPr>
          <p:cNvSpPr>
            <a:spLocks noGrp="1"/>
          </p:cNvSpPr>
          <p:nvPr>
            <p:ph idx="1"/>
          </p:nvPr>
        </p:nvSpPr>
        <p:spPr>
          <a:xfrm>
            <a:off x="419100" y="834850"/>
            <a:ext cx="5937312" cy="3984800"/>
          </a:xfrm>
        </p:spPr>
        <p:txBody>
          <a:bodyPr lIns="0" tIns="45720" rIns="0" bIns="45720" anchor="t"/>
          <a:lstStyle/>
          <a:p>
            <a:pPr marL="0" indent="0">
              <a:buNone/>
            </a:pPr>
            <a:r>
              <a:rPr lang="en-US" b="1"/>
              <a:t>Objective: </a:t>
            </a:r>
            <a:r>
              <a:rPr lang="en-US"/>
              <a:t>Cascade Headcount Plan by Job Group</a:t>
            </a:r>
          </a:p>
          <a:p>
            <a:pPr marL="0" indent="0">
              <a:buNone/>
            </a:pPr>
            <a:endParaRPr lang="en-US"/>
          </a:p>
          <a:p>
            <a:pPr>
              <a:buFontTx/>
              <a:buChar char="-"/>
            </a:pPr>
            <a:r>
              <a:rPr lang="en-US"/>
              <a:t>Distribute job family headcount targets to job group by region</a:t>
            </a:r>
          </a:p>
          <a:p>
            <a:pPr>
              <a:buFontTx/>
              <a:buChar char="-"/>
            </a:pPr>
            <a:r>
              <a:rPr lang="en-US"/>
              <a:t>Select and submit final scenario</a:t>
            </a:r>
          </a:p>
        </p:txBody>
      </p:sp>
    </p:spTree>
    <p:extLst>
      <p:ext uri="{BB962C8B-B14F-4D97-AF65-F5344CB8AC3E}">
        <p14:creationId xmlns:p14="http://schemas.microsoft.com/office/powerpoint/2010/main" val="2400483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ECE48-B617-DDD3-0B05-9059431CE71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94BCC4A-CF4E-D4EA-9863-843F74D830C5}"/>
              </a:ext>
            </a:extLst>
          </p:cNvPr>
          <p:cNvSpPr>
            <a:spLocks noGrp="1"/>
          </p:cNvSpPr>
          <p:nvPr>
            <p:ph type="title"/>
          </p:nvPr>
        </p:nvSpPr>
        <p:spPr/>
        <p:txBody>
          <a:bodyPr lIns="0" tIns="45720" rIns="0" bIns="45720" anchor="t"/>
          <a:lstStyle/>
          <a:p>
            <a:r>
              <a:rPr lang="en-US">
                <a:latin typeface="Arial"/>
                <a:cs typeface="Arial"/>
              </a:rPr>
              <a:t>3.2.1 – Geo T1 Target Setting Step 1</a:t>
            </a:r>
            <a:endParaRPr lang="en-US"/>
          </a:p>
        </p:txBody>
      </p:sp>
      <p:sp>
        <p:nvSpPr>
          <p:cNvPr id="9" name="Content Placeholder 6">
            <a:extLst>
              <a:ext uri="{FF2B5EF4-FFF2-40B4-BE49-F238E27FC236}">
                <a16:creationId xmlns:a16="http://schemas.microsoft.com/office/drawing/2014/main" id="{6DE84494-D8EB-11B3-F0E3-F250C6180ED0}"/>
              </a:ext>
            </a:extLst>
          </p:cNvPr>
          <p:cNvSpPr>
            <a:spLocks noGrp="1"/>
          </p:cNvSpPr>
          <p:nvPr>
            <p:ph idx="1"/>
          </p:nvPr>
        </p:nvSpPr>
        <p:spPr>
          <a:xfrm>
            <a:off x="419100" y="834850"/>
            <a:ext cx="5937312" cy="3984800"/>
          </a:xfrm>
        </p:spPr>
        <p:txBody>
          <a:bodyPr lIns="0" tIns="45720" rIns="0" bIns="45720" anchor="t"/>
          <a:lstStyle/>
          <a:p>
            <a:pPr marL="0" indent="0">
              <a:buNone/>
            </a:pPr>
            <a:r>
              <a:rPr lang="en-US" b="1"/>
              <a:t>Objective: </a:t>
            </a:r>
            <a:r>
              <a:rPr lang="en-US"/>
              <a:t>Cascade Headcount Plan by Job Family</a:t>
            </a:r>
          </a:p>
          <a:p>
            <a:pPr marL="0" indent="0">
              <a:buNone/>
            </a:pPr>
            <a:endParaRPr lang="en-US"/>
          </a:p>
          <a:p>
            <a:pPr>
              <a:buFontTx/>
              <a:buChar char="-"/>
            </a:pPr>
            <a:r>
              <a:rPr lang="en-US"/>
              <a:t>Manage planned headcount by area by job family </a:t>
            </a:r>
          </a:p>
        </p:txBody>
      </p:sp>
    </p:spTree>
    <p:extLst>
      <p:ext uri="{BB962C8B-B14F-4D97-AF65-F5344CB8AC3E}">
        <p14:creationId xmlns:p14="http://schemas.microsoft.com/office/powerpoint/2010/main" val="558114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4576E-5715-BAB3-D4F9-786C6B3BBD0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59B0849-A3E2-28E2-54E4-82080222B777}"/>
              </a:ext>
            </a:extLst>
          </p:cNvPr>
          <p:cNvSpPr>
            <a:spLocks noGrp="1"/>
          </p:cNvSpPr>
          <p:nvPr>
            <p:ph type="title"/>
          </p:nvPr>
        </p:nvSpPr>
        <p:spPr/>
        <p:txBody>
          <a:bodyPr lIns="0" tIns="45720" rIns="0" bIns="45720" anchor="t"/>
          <a:lstStyle/>
          <a:p>
            <a:r>
              <a:rPr lang="en-US">
                <a:latin typeface="Arial"/>
                <a:cs typeface="Arial"/>
              </a:rPr>
              <a:t>3.2.2 – Geo T1 HC Target Setting Step 2</a:t>
            </a:r>
            <a:endParaRPr lang="en-US"/>
          </a:p>
        </p:txBody>
      </p:sp>
      <p:sp>
        <p:nvSpPr>
          <p:cNvPr id="9" name="Content Placeholder 6">
            <a:extLst>
              <a:ext uri="{FF2B5EF4-FFF2-40B4-BE49-F238E27FC236}">
                <a16:creationId xmlns:a16="http://schemas.microsoft.com/office/drawing/2014/main" id="{203F1E9F-29F4-630C-AEFD-CB56B72AE221}"/>
              </a:ext>
            </a:extLst>
          </p:cNvPr>
          <p:cNvSpPr>
            <a:spLocks noGrp="1"/>
          </p:cNvSpPr>
          <p:nvPr>
            <p:ph idx="1"/>
          </p:nvPr>
        </p:nvSpPr>
        <p:spPr>
          <a:xfrm>
            <a:off x="419100" y="834850"/>
            <a:ext cx="5937312" cy="3984800"/>
          </a:xfrm>
        </p:spPr>
        <p:txBody>
          <a:bodyPr lIns="0" tIns="45720" rIns="0" bIns="45720" anchor="t"/>
          <a:lstStyle/>
          <a:p>
            <a:pPr marL="0" indent="0">
              <a:buNone/>
            </a:pPr>
            <a:r>
              <a:rPr lang="en-US" b="1"/>
              <a:t>Objective: </a:t>
            </a:r>
            <a:r>
              <a:rPr lang="en-US"/>
              <a:t>Cascade Headcount Plan by Job Group</a:t>
            </a:r>
          </a:p>
          <a:p>
            <a:pPr marL="0" indent="0">
              <a:buNone/>
            </a:pPr>
            <a:endParaRPr lang="en-US"/>
          </a:p>
          <a:p>
            <a:pPr>
              <a:buFontTx/>
              <a:buChar char="-"/>
            </a:pPr>
            <a:r>
              <a:rPr lang="en-US"/>
              <a:t>Distribute job family headcount targets to job group by area</a:t>
            </a:r>
          </a:p>
          <a:p>
            <a:pPr>
              <a:buFontTx/>
              <a:buChar char="-"/>
            </a:pPr>
            <a:r>
              <a:rPr lang="en-US"/>
              <a:t>Select and submit final scenario</a:t>
            </a:r>
          </a:p>
        </p:txBody>
      </p:sp>
    </p:spTree>
    <p:extLst>
      <p:ext uri="{BB962C8B-B14F-4D97-AF65-F5344CB8AC3E}">
        <p14:creationId xmlns:p14="http://schemas.microsoft.com/office/powerpoint/2010/main" val="818418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097B2-5739-9AF0-8B41-C49018CD8A5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CB2CD11-532D-EC54-EBD7-D4F6ECA322FC}"/>
              </a:ext>
            </a:extLst>
          </p:cNvPr>
          <p:cNvSpPr>
            <a:spLocks noGrp="1"/>
          </p:cNvSpPr>
          <p:nvPr>
            <p:ph type="title"/>
          </p:nvPr>
        </p:nvSpPr>
        <p:spPr/>
        <p:txBody>
          <a:bodyPr lIns="0" tIns="45720" rIns="0" bIns="45720" anchor="t"/>
          <a:lstStyle/>
          <a:p>
            <a:r>
              <a:rPr lang="en-US">
                <a:latin typeface="Arial"/>
                <a:cs typeface="Arial"/>
              </a:rPr>
              <a:t>3.3.1 – Area T2 Target Setting Step 1</a:t>
            </a:r>
            <a:endParaRPr lang="en-US"/>
          </a:p>
        </p:txBody>
      </p:sp>
      <p:sp>
        <p:nvSpPr>
          <p:cNvPr id="9" name="Content Placeholder 6">
            <a:extLst>
              <a:ext uri="{FF2B5EF4-FFF2-40B4-BE49-F238E27FC236}">
                <a16:creationId xmlns:a16="http://schemas.microsoft.com/office/drawing/2014/main" id="{A38A41DB-FF20-3C94-E579-90E98D04816B}"/>
              </a:ext>
            </a:extLst>
          </p:cNvPr>
          <p:cNvSpPr>
            <a:spLocks noGrp="1"/>
          </p:cNvSpPr>
          <p:nvPr>
            <p:ph idx="1"/>
          </p:nvPr>
        </p:nvSpPr>
        <p:spPr>
          <a:xfrm>
            <a:off x="419100" y="834850"/>
            <a:ext cx="5937312" cy="3984800"/>
          </a:xfrm>
        </p:spPr>
        <p:txBody>
          <a:bodyPr lIns="0" tIns="45720" rIns="0" bIns="45720" anchor="t"/>
          <a:lstStyle/>
          <a:p>
            <a:pPr marL="0" indent="0">
              <a:buNone/>
            </a:pPr>
            <a:r>
              <a:rPr lang="en-US" b="1"/>
              <a:t>Objective: </a:t>
            </a:r>
            <a:r>
              <a:rPr lang="en-US"/>
              <a:t>Cascade Headcount Plan by Job Family</a:t>
            </a:r>
          </a:p>
          <a:p>
            <a:pPr marL="0" indent="0">
              <a:buNone/>
            </a:pPr>
            <a:endParaRPr lang="en-US"/>
          </a:p>
          <a:p>
            <a:pPr>
              <a:buFontTx/>
              <a:buChar char="-"/>
            </a:pPr>
            <a:r>
              <a:rPr lang="en-US"/>
              <a:t>Manage planned headcount by region by job family </a:t>
            </a:r>
          </a:p>
          <a:p>
            <a:pPr>
              <a:buFontTx/>
              <a:buChar char="-"/>
            </a:pPr>
            <a:r>
              <a:rPr lang="en-US"/>
              <a:t>Finalize Sales Role distribution</a:t>
            </a:r>
          </a:p>
          <a:p>
            <a:pPr>
              <a:buFontTx/>
              <a:buChar char="-"/>
            </a:pPr>
            <a:r>
              <a:rPr lang="en-US"/>
              <a:t>Select and submit final scenario </a:t>
            </a:r>
            <a:r>
              <a:rPr lang="en-US" u="sng"/>
              <a:t>for each region</a:t>
            </a:r>
            <a:endParaRPr lang="en-US"/>
          </a:p>
        </p:txBody>
      </p:sp>
    </p:spTree>
    <p:extLst>
      <p:ext uri="{BB962C8B-B14F-4D97-AF65-F5344CB8AC3E}">
        <p14:creationId xmlns:p14="http://schemas.microsoft.com/office/powerpoint/2010/main" val="486351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5C73A-759E-5FB5-7E9C-72456872922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099865E-0CE5-AAF1-1946-27E6A28342AC}"/>
              </a:ext>
            </a:extLst>
          </p:cNvPr>
          <p:cNvSpPr>
            <a:spLocks noGrp="1"/>
          </p:cNvSpPr>
          <p:nvPr>
            <p:ph type="title"/>
          </p:nvPr>
        </p:nvSpPr>
        <p:spPr/>
        <p:txBody>
          <a:bodyPr lIns="0" tIns="45720" rIns="0" bIns="45720" anchor="t"/>
          <a:lstStyle/>
          <a:p>
            <a:r>
              <a:rPr lang="en-US">
                <a:latin typeface="Arial"/>
                <a:cs typeface="Arial"/>
              </a:rPr>
              <a:t>4.1.1 – Direct Seller Hiring Plan</a:t>
            </a:r>
            <a:endParaRPr lang="en-US"/>
          </a:p>
        </p:txBody>
      </p:sp>
      <p:sp>
        <p:nvSpPr>
          <p:cNvPr id="9" name="Content Placeholder 6">
            <a:extLst>
              <a:ext uri="{FF2B5EF4-FFF2-40B4-BE49-F238E27FC236}">
                <a16:creationId xmlns:a16="http://schemas.microsoft.com/office/drawing/2014/main" id="{7B769853-DA4C-011F-AD18-FDB7AE067C47}"/>
              </a:ext>
            </a:extLst>
          </p:cNvPr>
          <p:cNvSpPr>
            <a:spLocks noGrp="1"/>
          </p:cNvSpPr>
          <p:nvPr>
            <p:ph idx="1"/>
          </p:nvPr>
        </p:nvSpPr>
        <p:spPr>
          <a:xfrm>
            <a:off x="419100" y="834850"/>
            <a:ext cx="5937312" cy="3984800"/>
          </a:xfrm>
        </p:spPr>
        <p:txBody>
          <a:bodyPr lIns="0" tIns="45720" rIns="0" bIns="45720" anchor="t"/>
          <a:lstStyle/>
          <a:p>
            <a:pPr marL="0" indent="0">
              <a:buNone/>
            </a:pPr>
            <a:r>
              <a:rPr lang="en-US" b="1"/>
              <a:t>Objective: </a:t>
            </a:r>
            <a:r>
              <a:rPr lang="en-US"/>
              <a:t>Input planned headcount by role by area</a:t>
            </a:r>
          </a:p>
          <a:p>
            <a:pPr marL="0" indent="0">
              <a:buNone/>
            </a:pPr>
            <a:endParaRPr lang="en-US"/>
          </a:p>
          <a:p>
            <a:pPr>
              <a:buFontTx/>
              <a:buChar char="-"/>
            </a:pPr>
            <a:r>
              <a:rPr lang="en-US"/>
              <a:t>Review not-to-exceed (NTE) headcount targets</a:t>
            </a:r>
          </a:p>
          <a:p>
            <a:pPr>
              <a:buFontTx/>
              <a:buChar char="-"/>
            </a:pPr>
            <a:r>
              <a:rPr lang="en-US"/>
              <a:t>Input hiring plan by month by role</a:t>
            </a:r>
          </a:p>
          <a:p>
            <a:pPr>
              <a:buFontTx/>
              <a:buChar char="-"/>
            </a:pPr>
            <a:r>
              <a:rPr lang="en-US"/>
              <a:t>Review planned bookings to ensure full revenue coverage</a:t>
            </a:r>
          </a:p>
          <a:p>
            <a:pPr>
              <a:buFontTx/>
              <a:buChar char="-"/>
            </a:pPr>
            <a:r>
              <a:rPr lang="en-US"/>
              <a:t>Manage ramping / seasonality assumptions</a:t>
            </a:r>
          </a:p>
          <a:p>
            <a:pPr>
              <a:buFontTx/>
              <a:buChar char="-"/>
            </a:pPr>
            <a:endParaRPr lang="en-US"/>
          </a:p>
        </p:txBody>
      </p:sp>
    </p:spTree>
    <p:extLst>
      <p:ext uri="{BB962C8B-B14F-4D97-AF65-F5344CB8AC3E}">
        <p14:creationId xmlns:p14="http://schemas.microsoft.com/office/powerpoint/2010/main" val="1720043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1312f2c0-dda1-4b36-bf7c-5f95f823505b" xsi:nil="true"/>
    <lcf76f155ced4ddcb4097134ff3c332f xmlns="c4a93292-96be-422c-9bb6-49a5d66e42ec">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260C69D-186B-4AF3-8950-D472B680E5CB}">
  <ds:schemaRefs>
    <ds:schemaRef ds:uri="1312f2c0-dda1-4b36-bf7c-5f95f823505b"/>
    <ds:schemaRef ds:uri="c4a93292-96be-422c-9bb6-49a5d66e42e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9FEF226-2A2D-4391-9647-CAE00A0A4519}">
  <ds:schemaRefs>
    <ds:schemaRef ds:uri="1312f2c0-dda1-4b36-bf7c-5f95f823505b"/>
    <ds:schemaRef ds:uri="c4a93292-96be-422c-9bb6-49a5d66e42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DF0ED3D-6654-403B-9884-CF65CF1029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1_Anaplan</vt:lpstr>
      <vt:lpstr>Segmentation and Capacity Post-Gen Exercises</vt:lpstr>
      <vt:lpstr>Segmentation App Review</vt:lpstr>
      <vt:lpstr>2.1 – Define Unacceptable Customer Profile (UCP) </vt:lpstr>
      <vt:lpstr>3.1.1 – Wallet Size Calculation Assumptions - Revenue</vt:lpstr>
      <vt:lpstr>4.2 – Define Segmentation Rules</vt:lpstr>
      <vt:lpstr>4.3 – Review Score-Based Segmentation Drivers </vt:lpstr>
      <vt:lpstr>4.4 – Score-Based Segmentation Scoring </vt:lpstr>
      <vt:lpstr>4.5-4.8 – Segmentation Re porting</vt:lpstr>
      <vt:lpstr>Capacity App Review</vt:lpstr>
      <vt:lpstr>2.2 – Coverage Analysis</vt:lpstr>
      <vt:lpstr>3.1.1 – Global HC Target Setting Step 1</vt:lpstr>
      <vt:lpstr>3.1.2 – Global HC Target Setting Step 2</vt:lpstr>
      <vt:lpstr>3.2.1 – Geo T1 Target Setting Step 1</vt:lpstr>
      <vt:lpstr>3.2.2 – Geo T1 HC Target Setting Step 2</vt:lpstr>
      <vt:lpstr>3.3.1 – Area T2 Target Setting Step 1</vt:lpstr>
      <vt:lpstr>4.1.1 – Direct Seller Hiring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revision>2</cp:revision>
  <cp:lastPrinted>2019-08-13T18:16:27Z</cp:lastPrinted>
  <dcterms:created xsi:type="dcterms:W3CDTF">2017-07-06T21:11:50Z</dcterms:created>
  <dcterms:modified xsi:type="dcterms:W3CDTF">2026-03-24T17:57:45Z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ies>
</file>